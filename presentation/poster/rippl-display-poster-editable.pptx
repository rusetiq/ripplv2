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4000" cy="30276000"/>
  <p:notesSz cx="30276000" cy="21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 portrait display poster. The impact figures are illustrative demo values, not live user data. The dotted headings and maker credit are separate transparent PNG images; matching SVG files are included. The QR code opens https://rippl.aarush-uae.workers.dev/app. All other copy, impact dots, cards and gradients are native editable PowerPoint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ippl.aarush-uae.workers.dev/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ippl brand 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4" y="952501"/>
            <a:ext cx="742953" cy="742951"/>
          </a:xfrm>
          <a:prstGeom prst="rect">
            <a:avLst/>
          </a:prstGeom>
        </p:spPr>
      </p:pic>
      <p:sp>
        <p:nvSpPr>
          <p:cNvPr id="3" name="brand-name"/>
          <p:cNvSpPr/>
          <p:nvPr/>
        </p:nvSpPr>
        <p:spPr>
          <a:xfrm>
            <a:off x="2057407" y="823914"/>
            <a:ext cx="1296357" cy="98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25" b="1" dirty="0">
                <a:solidFill>
                  <a:srgbClr val="242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rippl</a:t>
            </a:r>
            <a:endParaRPr lang="en-US" sz="5625" dirty="0"/>
          </a:p>
        </p:txBody>
      </p:sp>
      <p:sp>
        <p:nvSpPr>
          <p:cNvPr id="4" name="top-tag"/>
          <p:cNvSpPr/>
          <p:nvPr/>
        </p:nvSpPr>
        <p:spPr>
          <a:xfrm>
            <a:off x="15906956" y="1066802"/>
            <a:ext cx="4334040" cy="676276"/>
          </a:xfrm>
          <a:prstGeom prst="roundRect">
            <a:avLst>
              <a:gd name="adj" fmla="val 50000"/>
            </a:avLst>
          </a:prstGeom>
          <a:solidFill>
            <a:srgbClr val="D5E0EB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op-tag-text"/>
          <p:cNvSpPr/>
          <p:nvPr/>
        </p:nvSpPr>
        <p:spPr>
          <a:xfrm>
            <a:off x="16202232" y="1219202"/>
            <a:ext cx="3834927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5" dirty="0">
                <a:solidFill>
                  <a:srgbClr val="253B5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everyday actions, visible impact</a:t>
            </a:r>
            <a:endParaRPr lang="en-US" sz="2025" dirty="0"/>
          </a:p>
        </p:txBody>
      </p:sp>
      <p:sp>
        <p:nvSpPr>
          <p:cNvPr id="6" name="eyebrow"/>
          <p:cNvSpPr/>
          <p:nvPr/>
        </p:nvSpPr>
        <p:spPr>
          <a:xfrm>
            <a:off x="1200154" y="2886079"/>
            <a:ext cx="5209062" cy="3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D68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personal space for everyday progress</a:t>
            </a:r>
            <a:endParaRPr lang="en-US" sz="2250" dirty="0"/>
          </a:p>
        </p:txBody>
      </p:sp>
      <p:sp>
        <p:nvSpPr>
          <p:cNvPr id="7" name="hero-line first"/>
          <p:cNvSpPr/>
          <p:nvPr/>
        </p:nvSpPr>
        <p:spPr>
          <a:xfrm>
            <a:off x="1095379" y="3343280"/>
            <a:ext cx="9774084" cy="24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75" spc="-130" kern="0" dirty="0">
                <a:solidFill>
                  <a:srgbClr val="242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 actions.</a:t>
            </a:r>
            <a:endParaRPr lang="en-US" sz="14175" dirty="0"/>
          </a:p>
        </p:txBody>
      </p:sp>
      <p:sp>
        <p:nvSpPr>
          <p:cNvPr id="8" name="hero-line second"/>
          <p:cNvSpPr/>
          <p:nvPr/>
        </p:nvSpPr>
        <p:spPr>
          <a:xfrm>
            <a:off x="1095379" y="5179375"/>
            <a:ext cx="10267302" cy="24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75" spc="-130" kern="0" dirty="0">
                <a:solidFill>
                  <a:srgbClr val="365C9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lasting ripples.</a:t>
            </a:r>
            <a:endParaRPr lang="en-US" sz="14175" dirty="0"/>
          </a:p>
        </p:txBody>
      </p:sp>
      <p:sp>
        <p:nvSpPr>
          <p:cNvPr id="9" name="hero-copy"/>
          <p:cNvSpPr/>
          <p:nvPr/>
        </p:nvSpPr>
        <p:spPr>
          <a:xfrm>
            <a:off x="1190629" y="7620011"/>
            <a:ext cx="8779016" cy="561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25" dirty="0">
                <a:solidFill>
                  <a:srgbClr val="525D5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 sustainable choices, verify them with photos,</a:t>
            </a:r>
            <a:endParaRPr lang="en-US" sz="3225" dirty="0"/>
          </a:p>
        </p:txBody>
      </p:sp>
      <p:sp>
        <p:nvSpPr>
          <p:cNvPr id="10" name="hero-copy"/>
          <p:cNvSpPr/>
          <p:nvPr/>
        </p:nvSpPr>
        <p:spPr>
          <a:xfrm>
            <a:off x="1190629" y="8205650"/>
            <a:ext cx="6397310" cy="561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25" dirty="0">
                <a:solidFill>
                  <a:srgbClr val="525D5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see what your habits add up to.</a:t>
            </a:r>
            <a:endParaRPr lang="en-US" sz="3225" dirty="0"/>
          </a:p>
        </p:txBody>
      </p:sp>
      <p:sp>
        <p:nvSpPr>
          <p:cNvPr id="11" name="impact-panel"/>
          <p:cNvSpPr/>
          <p:nvPr/>
        </p:nvSpPr>
        <p:spPr>
          <a:xfrm>
            <a:off x="1143004" y="9906014"/>
            <a:ext cx="19097694" cy="10715640"/>
          </a:xfrm>
          <a:prstGeom prst="roundRect">
            <a:avLst>
              <a:gd name="adj" fmla="val 5689"/>
            </a:avLst>
          </a:prstGeom>
          <a:solidFill>
            <a:srgbClr val="F6F8F5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anel-title"/>
          <p:cNvSpPr/>
          <p:nvPr/>
        </p:nvSpPr>
        <p:spPr>
          <a:xfrm>
            <a:off x="1905007" y="10582290"/>
            <a:ext cx="3023811" cy="81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25" dirty="0">
                <a:solidFill>
                  <a:srgbClr val="242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impact</a:t>
            </a:r>
            <a:endParaRPr lang="en-US" sz="4725" dirty="0"/>
          </a:p>
        </p:txBody>
      </p:sp>
      <p:sp>
        <p:nvSpPr>
          <p:cNvPr id="13" name="demo-pill"/>
          <p:cNvSpPr/>
          <p:nvPr/>
        </p:nvSpPr>
        <p:spPr>
          <a:xfrm>
            <a:off x="16370111" y="10687065"/>
            <a:ext cx="3061257" cy="619126"/>
          </a:xfrm>
          <a:prstGeom prst="roundRect">
            <a:avLst>
              <a:gd name="adj" fmla="val 50000"/>
            </a:avLst>
          </a:prstGeom>
          <a:solidFill>
            <a:srgbClr val="D5E0EB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demo-pill-text"/>
          <p:cNvSpPr/>
          <p:nvPr/>
        </p:nvSpPr>
        <p:spPr>
          <a:xfrm>
            <a:off x="16617762" y="10820415"/>
            <a:ext cx="26573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253B5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illustrative demo profile</a:t>
            </a:r>
            <a:endParaRPr lang="en-US" sz="1875" dirty="0"/>
          </a:p>
        </p:txBody>
      </p:sp>
      <p:sp>
        <p:nvSpPr>
          <p:cNvPr id="15" name="metric divider"/>
          <p:cNvSpPr/>
          <p:nvPr/>
        </p:nvSpPr>
        <p:spPr>
          <a:xfrm>
            <a:off x="1905007" y="11763392"/>
            <a:ext cx="5629295" cy="0"/>
          </a:xfrm>
          <a:prstGeom prst="line">
            <a:avLst/>
          </a:prstGeom>
          <a:noFill/>
          <a:ln w="12700">
            <a:solidFill>
              <a:srgbClr val="DFE5DF"/>
            </a:solidFill>
            <a:prstDash val="solid"/>
          </a:ln>
        </p:spPr>
      </p:sp>
      <p:sp>
        <p:nvSpPr>
          <p:cNvPr id="16" name="stat-value"/>
          <p:cNvSpPr/>
          <p:nvPr/>
        </p:nvSpPr>
        <p:spPr>
          <a:xfrm>
            <a:off x="1905007" y="11896742"/>
            <a:ext cx="1312282" cy="790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75" dirty="0">
                <a:solidFill>
                  <a:srgbClr val="242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1,280</a:t>
            </a:r>
            <a:endParaRPr lang="en-US" sz="4575" dirty="0"/>
          </a:p>
        </p:txBody>
      </p:sp>
      <p:sp>
        <p:nvSpPr>
          <p:cNvPr id="17" name="stat-label"/>
          <p:cNvSpPr/>
          <p:nvPr/>
        </p:nvSpPr>
        <p:spPr>
          <a:xfrm>
            <a:off x="1905007" y="12677793"/>
            <a:ext cx="1796868" cy="3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68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points earned</a:t>
            </a:r>
            <a:endParaRPr lang="en-US" sz="2100" dirty="0"/>
          </a:p>
        </p:txBody>
      </p:sp>
      <p:sp>
        <p:nvSpPr>
          <p:cNvPr id="18" name="metric divider"/>
          <p:cNvSpPr/>
          <p:nvPr/>
        </p:nvSpPr>
        <p:spPr>
          <a:xfrm>
            <a:off x="7877203" y="11763392"/>
            <a:ext cx="5629295" cy="0"/>
          </a:xfrm>
          <a:prstGeom prst="line">
            <a:avLst/>
          </a:prstGeom>
          <a:noFill/>
          <a:ln w="12700">
            <a:solidFill>
              <a:srgbClr val="DFE5DF"/>
            </a:solidFill>
            <a:prstDash val="solid"/>
          </a:ln>
        </p:spPr>
      </p:sp>
      <p:sp>
        <p:nvSpPr>
          <p:cNvPr id="19" name="stat-value"/>
          <p:cNvSpPr/>
          <p:nvPr/>
        </p:nvSpPr>
        <p:spPr>
          <a:xfrm>
            <a:off x="7877203" y="11896742"/>
            <a:ext cx="1802970" cy="790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75" dirty="0">
                <a:solidFill>
                  <a:srgbClr val="242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days</a:t>
            </a:r>
            <a:endParaRPr lang="en-US" sz="4575" dirty="0"/>
          </a:p>
        </p:txBody>
      </p:sp>
      <p:sp>
        <p:nvSpPr>
          <p:cNvPr id="20" name="stat-label"/>
          <p:cNvSpPr/>
          <p:nvPr/>
        </p:nvSpPr>
        <p:spPr>
          <a:xfrm>
            <a:off x="7877203" y="12677793"/>
            <a:ext cx="1831545" cy="3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68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streak</a:t>
            </a:r>
            <a:endParaRPr lang="en-US" sz="2100" dirty="0"/>
          </a:p>
        </p:txBody>
      </p:sp>
      <p:sp>
        <p:nvSpPr>
          <p:cNvPr id="21" name="metric divider"/>
          <p:cNvSpPr/>
          <p:nvPr/>
        </p:nvSpPr>
        <p:spPr>
          <a:xfrm>
            <a:off x="13849400" y="11763392"/>
            <a:ext cx="5629295" cy="0"/>
          </a:xfrm>
          <a:prstGeom prst="line">
            <a:avLst/>
          </a:prstGeom>
          <a:noFill/>
          <a:ln w="12700">
            <a:solidFill>
              <a:srgbClr val="DFE5DF"/>
            </a:solidFill>
            <a:prstDash val="solid"/>
          </a:ln>
        </p:spPr>
      </p:sp>
      <p:sp>
        <p:nvSpPr>
          <p:cNvPr id="22" name="stat-value"/>
          <p:cNvSpPr/>
          <p:nvPr/>
        </p:nvSpPr>
        <p:spPr>
          <a:xfrm>
            <a:off x="13849400" y="11896742"/>
            <a:ext cx="680057" cy="790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75" dirty="0">
                <a:solidFill>
                  <a:srgbClr val="242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</a:t>
            </a:r>
            <a:endParaRPr lang="en-US" sz="4575" dirty="0"/>
          </a:p>
        </p:txBody>
      </p:sp>
      <p:sp>
        <p:nvSpPr>
          <p:cNvPr id="23" name="stat-label"/>
          <p:cNvSpPr/>
          <p:nvPr/>
        </p:nvSpPr>
        <p:spPr>
          <a:xfrm>
            <a:off x="13849400" y="12677793"/>
            <a:ext cx="1915633" cy="3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68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actions logged</a:t>
            </a:r>
            <a:endParaRPr lang="en-US" sz="2100" dirty="0"/>
          </a:p>
        </p:txBody>
      </p:sp>
      <p:sp>
        <p:nvSpPr>
          <p:cNvPr id="24" name="impact-card carbon"/>
          <p:cNvSpPr/>
          <p:nvPr/>
        </p:nvSpPr>
        <p:spPr>
          <a:xfrm>
            <a:off x="1905007" y="13601719"/>
            <a:ext cx="8610631" cy="5857883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EDC4A8"/>
              </a:gs>
              <a:gs pos="16667">
                <a:srgbClr val="ECC38F"/>
              </a:gs>
              <a:gs pos="33333">
                <a:srgbClr val="C7CC64"/>
              </a:gs>
              <a:gs pos="50000">
                <a:srgbClr val="48D449"/>
              </a:gs>
              <a:gs pos="66667">
                <a:srgbClr val="00BB23"/>
              </a:gs>
              <a:gs pos="83333">
                <a:srgbClr val="009D26"/>
              </a:gs>
              <a:gs pos="100000">
                <a:srgbClr val="559A62"/>
              </a:gs>
            </a:gsLst>
            <a:lin ang="5400000" scaled="1"/>
            <a:tileRect/>
          </a:gradFill>
          <a:ln w="889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impact-label"/>
          <p:cNvSpPr/>
          <p:nvPr/>
        </p:nvSpPr>
        <p:spPr>
          <a:xfrm>
            <a:off x="4867739" y="14087495"/>
            <a:ext cx="2776458" cy="552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dirty="0">
                <a:solidFill>
                  <a:srgbClr val="FDF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carbon avoided</a:t>
            </a:r>
            <a:endParaRPr lang="en-US" sz="3150" dirty="0"/>
          </a:p>
        </p:txBody>
      </p:sp>
      <p:sp>
        <p:nvSpPr>
          <p:cNvPr id="26" name="editable dotted numeral 1"/>
          <p:cNvSpPr/>
          <p:nvPr/>
        </p:nvSpPr>
        <p:spPr>
          <a:xfrm>
            <a:off x="4322913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editable dotted numeral 1"/>
          <p:cNvSpPr/>
          <p:nvPr/>
        </p:nvSpPr>
        <p:spPr>
          <a:xfrm>
            <a:off x="4169152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editable dotted numeral 1"/>
          <p:cNvSpPr/>
          <p:nvPr/>
        </p:nvSpPr>
        <p:spPr>
          <a:xfrm>
            <a:off x="4322913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editable dotted numeral 1"/>
          <p:cNvSpPr/>
          <p:nvPr/>
        </p:nvSpPr>
        <p:spPr>
          <a:xfrm>
            <a:off x="4322913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editable dotted numeral 1"/>
          <p:cNvSpPr/>
          <p:nvPr/>
        </p:nvSpPr>
        <p:spPr>
          <a:xfrm>
            <a:off x="4322913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editable dotted numeral 1"/>
          <p:cNvSpPr/>
          <p:nvPr/>
        </p:nvSpPr>
        <p:spPr>
          <a:xfrm>
            <a:off x="4322913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editable dotted numeral 1"/>
          <p:cNvSpPr/>
          <p:nvPr/>
        </p:nvSpPr>
        <p:spPr>
          <a:xfrm>
            <a:off x="4322913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editable dotted numeral 1"/>
          <p:cNvSpPr/>
          <p:nvPr/>
        </p:nvSpPr>
        <p:spPr>
          <a:xfrm>
            <a:off x="4169152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editable dotted numeral 1"/>
          <p:cNvSpPr/>
          <p:nvPr/>
        </p:nvSpPr>
        <p:spPr>
          <a:xfrm>
            <a:off x="4322913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editable dotted numeral 1"/>
          <p:cNvSpPr/>
          <p:nvPr/>
        </p:nvSpPr>
        <p:spPr>
          <a:xfrm>
            <a:off x="4476675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editable dotted numeral 2"/>
          <p:cNvSpPr/>
          <p:nvPr/>
        </p:nvSpPr>
        <p:spPr>
          <a:xfrm>
            <a:off x="5091720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editable dotted numeral 2"/>
          <p:cNvSpPr/>
          <p:nvPr/>
        </p:nvSpPr>
        <p:spPr>
          <a:xfrm>
            <a:off x="5245481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editable dotted numeral 2"/>
          <p:cNvSpPr/>
          <p:nvPr/>
        </p:nvSpPr>
        <p:spPr>
          <a:xfrm>
            <a:off x="5399242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editable dotted numeral 2"/>
          <p:cNvSpPr/>
          <p:nvPr/>
        </p:nvSpPr>
        <p:spPr>
          <a:xfrm>
            <a:off x="4937959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editable dotted numeral 2"/>
          <p:cNvSpPr/>
          <p:nvPr/>
        </p:nvSpPr>
        <p:spPr>
          <a:xfrm>
            <a:off x="5553004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editable dotted numeral 2"/>
          <p:cNvSpPr/>
          <p:nvPr/>
        </p:nvSpPr>
        <p:spPr>
          <a:xfrm>
            <a:off x="5553004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editable dotted numeral 2"/>
          <p:cNvSpPr/>
          <p:nvPr/>
        </p:nvSpPr>
        <p:spPr>
          <a:xfrm>
            <a:off x="5399242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editable dotted numeral 2"/>
          <p:cNvSpPr/>
          <p:nvPr/>
        </p:nvSpPr>
        <p:spPr>
          <a:xfrm>
            <a:off x="5245481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editable dotted numeral 2"/>
          <p:cNvSpPr/>
          <p:nvPr/>
        </p:nvSpPr>
        <p:spPr>
          <a:xfrm>
            <a:off x="5091720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editable dotted numeral 2"/>
          <p:cNvSpPr/>
          <p:nvPr/>
        </p:nvSpPr>
        <p:spPr>
          <a:xfrm>
            <a:off x="4937959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editable dotted numeral 2"/>
          <p:cNvSpPr/>
          <p:nvPr/>
        </p:nvSpPr>
        <p:spPr>
          <a:xfrm>
            <a:off x="5091720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editable dotted numeral 2"/>
          <p:cNvSpPr/>
          <p:nvPr/>
        </p:nvSpPr>
        <p:spPr>
          <a:xfrm>
            <a:off x="5245481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editable dotted numeral 2"/>
          <p:cNvSpPr/>
          <p:nvPr/>
        </p:nvSpPr>
        <p:spPr>
          <a:xfrm>
            <a:off x="5399242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editable dotted numeral 2"/>
          <p:cNvSpPr/>
          <p:nvPr/>
        </p:nvSpPr>
        <p:spPr>
          <a:xfrm>
            <a:off x="5553004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editable dotted numeral 8"/>
          <p:cNvSpPr/>
          <p:nvPr/>
        </p:nvSpPr>
        <p:spPr>
          <a:xfrm>
            <a:off x="6014287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editable dotted numeral 8"/>
          <p:cNvSpPr/>
          <p:nvPr/>
        </p:nvSpPr>
        <p:spPr>
          <a:xfrm>
            <a:off x="6168049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editable dotted numeral 8"/>
          <p:cNvSpPr/>
          <p:nvPr/>
        </p:nvSpPr>
        <p:spPr>
          <a:xfrm>
            <a:off x="6321810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editable dotted numeral 8"/>
          <p:cNvSpPr/>
          <p:nvPr/>
        </p:nvSpPr>
        <p:spPr>
          <a:xfrm>
            <a:off x="5860526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editable dotted numeral 8"/>
          <p:cNvSpPr/>
          <p:nvPr/>
        </p:nvSpPr>
        <p:spPr>
          <a:xfrm>
            <a:off x="6475571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editable dotted numeral 8"/>
          <p:cNvSpPr/>
          <p:nvPr/>
        </p:nvSpPr>
        <p:spPr>
          <a:xfrm>
            <a:off x="5860526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editable dotted numeral 8"/>
          <p:cNvSpPr/>
          <p:nvPr/>
        </p:nvSpPr>
        <p:spPr>
          <a:xfrm>
            <a:off x="6475571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editable dotted numeral 8"/>
          <p:cNvSpPr/>
          <p:nvPr/>
        </p:nvSpPr>
        <p:spPr>
          <a:xfrm>
            <a:off x="6014287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editable dotted numeral 8"/>
          <p:cNvSpPr/>
          <p:nvPr/>
        </p:nvSpPr>
        <p:spPr>
          <a:xfrm>
            <a:off x="6168049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editable dotted numeral 8"/>
          <p:cNvSpPr/>
          <p:nvPr/>
        </p:nvSpPr>
        <p:spPr>
          <a:xfrm>
            <a:off x="6321810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0" name="editable dotted numeral 8"/>
          <p:cNvSpPr/>
          <p:nvPr/>
        </p:nvSpPr>
        <p:spPr>
          <a:xfrm>
            <a:off x="5860526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editable dotted numeral 8"/>
          <p:cNvSpPr/>
          <p:nvPr/>
        </p:nvSpPr>
        <p:spPr>
          <a:xfrm>
            <a:off x="6475571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editable dotted numeral 8"/>
          <p:cNvSpPr/>
          <p:nvPr/>
        </p:nvSpPr>
        <p:spPr>
          <a:xfrm>
            <a:off x="5860526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editable dotted numeral 8"/>
          <p:cNvSpPr/>
          <p:nvPr/>
        </p:nvSpPr>
        <p:spPr>
          <a:xfrm>
            <a:off x="6475571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4" name="editable dotted numeral 8"/>
          <p:cNvSpPr/>
          <p:nvPr/>
        </p:nvSpPr>
        <p:spPr>
          <a:xfrm>
            <a:off x="6014287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5" name="editable dotted numeral 8"/>
          <p:cNvSpPr/>
          <p:nvPr/>
        </p:nvSpPr>
        <p:spPr>
          <a:xfrm>
            <a:off x="6168049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editable dotted numeral 8"/>
          <p:cNvSpPr/>
          <p:nvPr/>
        </p:nvSpPr>
        <p:spPr>
          <a:xfrm>
            <a:off x="6321810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editable dotted numeral ."/>
          <p:cNvSpPr/>
          <p:nvPr/>
        </p:nvSpPr>
        <p:spPr>
          <a:xfrm>
            <a:off x="7090616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editable dotted numeral ."/>
          <p:cNvSpPr/>
          <p:nvPr/>
        </p:nvSpPr>
        <p:spPr>
          <a:xfrm>
            <a:off x="7090616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editable dotted numeral 4"/>
          <p:cNvSpPr/>
          <p:nvPr/>
        </p:nvSpPr>
        <p:spPr>
          <a:xfrm>
            <a:off x="8166945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editable dotted numeral 4"/>
          <p:cNvSpPr/>
          <p:nvPr/>
        </p:nvSpPr>
        <p:spPr>
          <a:xfrm>
            <a:off x="8013184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editable dotted numeral 4"/>
          <p:cNvSpPr/>
          <p:nvPr/>
        </p:nvSpPr>
        <p:spPr>
          <a:xfrm>
            <a:off x="8166945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editable dotted numeral 4"/>
          <p:cNvSpPr/>
          <p:nvPr/>
        </p:nvSpPr>
        <p:spPr>
          <a:xfrm>
            <a:off x="7859423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3" name="editable dotted numeral 4"/>
          <p:cNvSpPr/>
          <p:nvPr/>
        </p:nvSpPr>
        <p:spPr>
          <a:xfrm>
            <a:off x="8166945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4" name="editable dotted numeral 4"/>
          <p:cNvSpPr/>
          <p:nvPr/>
        </p:nvSpPr>
        <p:spPr>
          <a:xfrm>
            <a:off x="7705661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editable dotted numeral 4"/>
          <p:cNvSpPr/>
          <p:nvPr/>
        </p:nvSpPr>
        <p:spPr>
          <a:xfrm>
            <a:off x="8166945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6" name="editable dotted numeral 4"/>
          <p:cNvSpPr/>
          <p:nvPr/>
        </p:nvSpPr>
        <p:spPr>
          <a:xfrm>
            <a:off x="7705661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editable dotted numeral 4"/>
          <p:cNvSpPr/>
          <p:nvPr/>
        </p:nvSpPr>
        <p:spPr>
          <a:xfrm>
            <a:off x="7859423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editable dotted numeral 4"/>
          <p:cNvSpPr/>
          <p:nvPr/>
        </p:nvSpPr>
        <p:spPr>
          <a:xfrm>
            <a:off x="8013184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editable dotted numeral 4"/>
          <p:cNvSpPr/>
          <p:nvPr/>
        </p:nvSpPr>
        <p:spPr>
          <a:xfrm>
            <a:off x="8166945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0" name="editable dotted numeral 4"/>
          <p:cNvSpPr/>
          <p:nvPr/>
        </p:nvSpPr>
        <p:spPr>
          <a:xfrm>
            <a:off x="8320707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editable dotted numeral 4"/>
          <p:cNvSpPr/>
          <p:nvPr/>
        </p:nvSpPr>
        <p:spPr>
          <a:xfrm>
            <a:off x="8166945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2" name="editable dotted numeral 4"/>
          <p:cNvSpPr/>
          <p:nvPr/>
        </p:nvSpPr>
        <p:spPr>
          <a:xfrm>
            <a:off x="8166945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impact-unit"/>
          <p:cNvSpPr/>
          <p:nvPr/>
        </p:nvSpPr>
        <p:spPr>
          <a:xfrm>
            <a:off x="5807592" y="17240275"/>
            <a:ext cx="896752" cy="3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kg co₂</a:t>
            </a:r>
            <a:endParaRPr lang="en-US" sz="2250" dirty="0"/>
          </a:p>
        </p:txBody>
      </p:sp>
      <p:sp>
        <p:nvSpPr>
          <p:cNvPr id="84" name="editable decoration dot"/>
          <p:cNvSpPr/>
          <p:nvPr/>
        </p:nvSpPr>
        <p:spPr>
          <a:xfrm>
            <a:off x="2876560" y="18211826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5" name="editable decoration dot"/>
          <p:cNvSpPr/>
          <p:nvPr/>
        </p:nvSpPr>
        <p:spPr>
          <a:xfrm>
            <a:off x="3038486" y="18211826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6" name="editable decoration dot"/>
          <p:cNvSpPr/>
          <p:nvPr/>
        </p:nvSpPr>
        <p:spPr>
          <a:xfrm>
            <a:off x="3200412" y="18211826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7" name="editable decoration dot"/>
          <p:cNvSpPr/>
          <p:nvPr/>
        </p:nvSpPr>
        <p:spPr>
          <a:xfrm>
            <a:off x="3362337" y="18211826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8" name="editable decoration dot"/>
          <p:cNvSpPr/>
          <p:nvPr/>
        </p:nvSpPr>
        <p:spPr>
          <a:xfrm>
            <a:off x="3524263" y="18211826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9" name="editable decoration dot"/>
          <p:cNvSpPr/>
          <p:nvPr/>
        </p:nvSpPr>
        <p:spPr>
          <a:xfrm>
            <a:off x="3686188" y="18211826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0" name="editable decoration dot"/>
          <p:cNvSpPr/>
          <p:nvPr/>
        </p:nvSpPr>
        <p:spPr>
          <a:xfrm>
            <a:off x="3848114" y="18211826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1" name="editable decoration dot"/>
          <p:cNvSpPr/>
          <p:nvPr/>
        </p:nvSpPr>
        <p:spPr>
          <a:xfrm>
            <a:off x="4010040" y="18211826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2" name="editable decoration dot"/>
          <p:cNvSpPr/>
          <p:nvPr/>
        </p:nvSpPr>
        <p:spPr>
          <a:xfrm>
            <a:off x="4171965" y="18211826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3" name="editable decoration dot"/>
          <p:cNvSpPr/>
          <p:nvPr/>
        </p:nvSpPr>
        <p:spPr>
          <a:xfrm>
            <a:off x="4333891" y="18211826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4" name="editable decoration dot"/>
          <p:cNvSpPr/>
          <p:nvPr/>
        </p:nvSpPr>
        <p:spPr>
          <a:xfrm>
            <a:off x="4495816" y="18211826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editable decoration dot"/>
          <p:cNvSpPr/>
          <p:nvPr/>
        </p:nvSpPr>
        <p:spPr>
          <a:xfrm>
            <a:off x="4657742" y="18211826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6" name="editable decoration dot"/>
          <p:cNvSpPr/>
          <p:nvPr/>
        </p:nvSpPr>
        <p:spPr>
          <a:xfrm>
            <a:off x="4819667" y="18211826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7" name="editable decoration dot"/>
          <p:cNvSpPr/>
          <p:nvPr/>
        </p:nvSpPr>
        <p:spPr>
          <a:xfrm>
            <a:off x="4981593" y="18211826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8" name="editable decoration dot"/>
          <p:cNvSpPr/>
          <p:nvPr/>
        </p:nvSpPr>
        <p:spPr>
          <a:xfrm>
            <a:off x="5143519" y="18211826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9" name="editable decoration dot"/>
          <p:cNvSpPr/>
          <p:nvPr/>
        </p:nvSpPr>
        <p:spPr>
          <a:xfrm>
            <a:off x="5305444" y="18211826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0" name="editable decoration dot"/>
          <p:cNvSpPr/>
          <p:nvPr/>
        </p:nvSpPr>
        <p:spPr>
          <a:xfrm>
            <a:off x="5467370" y="18211826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1" name="editable decoration dot"/>
          <p:cNvSpPr/>
          <p:nvPr/>
        </p:nvSpPr>
        <p:spPr>
          <a:xfrm>
            <a:off x="5629295" y="18211826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2" name="editable decoration dot"/>
          <p:cNvSpPr/>
          <p:nvPr/>
        </p:nvSpPr>
        <p:spPr>
          <a:xfrm>
            <a:off x="5791221" y="18211826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3" name="editable decoration dot"/>
          <p:cNvSpPr/>
          <p:nvPr/>
        </p:nvSpPr>
        <p:spPr>
          <a:xfrm>
            <a:off x="5953147" y="18211826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4" name="editable decoration dot"/>
          <p:cNvSpPr/>
          <p:nvPr/>
        </p:nvSpPr>
        <p:spPr>
          <a:xfrm>
            <a:off x="6115072" y="18211826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5" name="editable decoration dot"/>
          <p:cNvSpPr/>
          <p:nvPr/>
        </p:nvSpPr>
        <p:spPr>
          <a:xfrm>
            <a:off x="6276998" y="18211826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6" name="editable decoration dot"/>
          <p:cNvSpPr/>
          <p:nvPr/>
        </p:nvSpPr>
        <p:spPr>
          <a:xfrm>
            <a:off x="6438923" y="18211826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7" name="editable decoration dot"/>
          <p:cNvSpPr/>
          <p:nvPr/>
        </p:nvSpPr>
        <p:spPr>
          <a:xfrm>
            <a:off x="6600849" y="18211826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8" name="editable decoration dot"/>
          <p:cNvSpPr/>
          <p:nvPr/>
        </p:nvSpPr>
        <p:spPr>
          <a:xfrm>
            <a:off x="6762774" y="18211826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9" name="editable decoration dot"/>
          <p:cNvSpPr/>
          <p:nvPr/>
        </p:nvSpPr>
        <p:spPr>
          <a:xfrm>
            <a:off x="6924700" y="18211826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0" name="editable decoration dot"/>
          <p:cNvSpPr/>
          <p:nvPr/>
        </p:nvSpPr>
        <p:spPr>
          <a:xfrm>
            <a:off x="7086626" y="18211826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1" name="editable decoration dot"/>
          <p:cNvSpPr/>
          <p:nvPr/>
        </p:nvSpPr>
        <p:spPr>
          <a:xfrm>
            <a:off x="7248551" y="18211826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2" name="editable decoration dot"/>
          <p:cNvSpPr/>
          <p:nvPr/>
        </p:nvSpPr>
        <p:spPr>
          <a:xfrm>
            <a:off x="7410477" y="18211826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3" name="editable decoration dot"/>
          <p:cNvSpPr/>
          <p:nvPr/>
        </p:nvSpPr>
        <p:spPr>
          <a:xfrm>
            <a:off x="7572402" y="18211826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4" name="editable decoration dot"/>
          <p:cNvSpPr/>
          <p:nvPr/>
        </p:nvSpPr>
        <p:spPr>
          <a:xfrm>
            <a:off x="7734328" y="18211826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5" name="editable decoration dot"/>
          <p:cNvSpPr/>
          <p:nvPr/>
        </p:nvSpPr>
        <p:spPr>
          <a:xfrm>
            <a:off x="7896254" y="18211826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6" name="editable decoration dot"/>
          <p:cNvSpPr/>
          <p:nvPr/>
        </p:nvSpPr>
        <p:spPr>
          <a:xfrm>
            <a:off x="8058179" y="18211826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7" name="editable decoration dot"/>
          <p:cNvSpPr/>
          <p:nvPr/>
        </p:nvSpPr>
        <p:spPr>
          <a:xfrm>
            <a:off x="8220105" y="18211826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8" name="editable decoration dot"/>
          <p:cNvSpPr/>
          <p:nvPr/>
        </p:nvSpPr>
        <p:spPr>
          <a:xfrm>
            <a:off x="8382030" y="18211826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9" name="editable decoration dot"/>
          <p:cNvSpPr/>
          <p:nvPr/>
        </p:nvSpPr>
        <p:spPr>
          <a:xfrm>
            <a:off x="8543956" y="18211826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0" name="editable decoration dot"/>
          <p:cNvSpPr/>
          <p:nvPr/>
        </p:nvSpPr>
        <p:spPr>
          <a:xfrm>
            <a:off x="8705881" y="18211826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1" name="editable decoration dot"/>
          <p:cNvSpPr/>
          <p:nvPr/>
        </p:nvSpPr>
        <p:spPr>
          <a:xfrm>
            <a:off x="2876560" y="18373751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2" name="editable decoration dot"/>
          <p:cNvSpPr/>
          <p:nvPr/>
        </p:nvSpPr>
        <p:spPr>
          <a:xfrm>
            <a:off x="3038486" y="18373751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3" name="editable decoration dot"/>
          <p:cNvSpPr/>
          <p:nvPr/>
        </p:nvSpPr>
        <p:spPr>
          <a:xfrm>
            <a:off x="3200412" y="18373751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4" name="editable decoration dot"/>
          <p:cNvSpPr/>
          <p:nvPr/>
        </p:nvSpPr>
        <p:spPr>
          <a:xfrm>
            <a:off x="3362337" y="18373751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5" name="editable decoration dot"/>
          <p:cNvSpPr/>
          <p:nvPr/>
        </p:nvSpPr>
        <p:spPr>
          <a:xfrm>
            <a:off x="3524263" y="18373751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6" name="editable decoration dot"/>
          <p:cNvSpPr/>
          <p:nvPr/>
        </p:nvSpPr>
        <p:spPr>
          <a:xfrm>
            <a:off x="3686188" y="18373751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7" name="editable decoration dot"/>
          <p:cNvSpPr/>
          <p:nvPr/>
        </p:nvSpPr>
        <p:spPr>
          <a:xfrm>
            <a:off x="3848114" y="18373751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8" name="editable decoration dot"/>
          <p:cNvSpPr/>
          <p:nvPr/>
        </p:nvSpPr>
        <p:spPr>
          <a:xfrm>
            <a:off x="4010040" y="18373751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9" name="editable decoration dot"/>
          <p:cNvSpPr/>
          <p:nvPr/>
        </p:nvSpPr>
        <p:spPr>
          <a:xfrm>
            <a:off x="4171965" y="18373751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0" name="editable decoration dot"/>
          <p:cNvSpPr/>
          <p:nvPr/>
        </p:nvSpPr>
        <p:spPr>
          <a:xfrm>
            <a:off x="4333891" y="18373751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1" name="editable decoration dot"/>
          <p:cNvSpPr/>
          <p:nvPr/>
        </p:nvSpPr>
        <p:spPr>
          <a:xfrm>
            <a:off x="4495816" y="18373751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2" name="editable decoration dot"/>
          <p:cNvSpPr/>
          <p:nvPr/>
        </p:nvSpPr>
        <p:spPr>
          <a:xfrm>
            <a:off x="4657742" y="18373751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3" name="editable decoration dot"/>
          <p:cNvSpPr/>
          <p:nvPr/>
        </p:nvSpPr>
        <p:spPr>
          <a:xfrm>
            <a:off x="4819667" y="18373751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4" name="editable decoration dot"/>
          <p:cNvSpPr/>
          <p:nvPr/>
        </p:nvSpPr>
        <p:spPr>
          <a:xfrm>
            <a:off x="4981593" y="18373751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5" name="editable decoration dot"/>
          <p:cNvSpPr/>
          <p:nvPr/>
        </p:nvSpPr>
        <p:spPr>
          <a:xfrm>
            <a:off x="5143519" y="18373751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6" name="editable decoration dot"/>
          <p:cNvSpPr/>
          <p:nvPr/>
        </p:nvSpPr>
        <p:spPr>
          <a:xfrm>
            <a:off x="5305444" y="18373751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7" name="editable decoration dot"/>
          <p:cNvSpPr/>
          <p:nvPr/>
        </p:nvSpPr>
        <p:spPr>
          <a:xfrm>
            <a:off x="5467370" y="18373751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8" name="editable decoration dot"/>
          <p:cNvSpPr/>
          <p:nvPr/>
        </p:nvSpPr>
        <p:spPr>
          <a:xfrm>
            <a:off x="5629295" y="18373751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9" name="editable decoration dot"/>
          <p:cNvSpPr/>
          <p:nvPr/>
        </p:nvSpPr>
        <p:spPr>
          <a:xfrm>
            <a:off x="5791221" y="18373751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0" name="editable decoration dot"/>
          <p:cNvSpPr/>
          <p:nvPr/>
        </p:nvSpPr>
        <p:spPr>
          <a:xfrm>
            <a:off x="5953147" y="18373751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1" name="editable decoration dot"/>
          <p:cNvSpPr/>
          <p:nvPr/>
        </p:nvSpPr>
        <p:spPr>
          <a:xfrm>
            <a:off x="6115072" y="18373751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2" name="editable decoration dot"/>
          <p:cNvSpPr/>
          <p:nvPr/>
        </p:nvSpPr>
        <p:spPr>
          <a:xfrm>
            <a:off x="6276998" y="18373751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3" name="editable decoration dot"/>
          <p:cNvSpPr/>
          <p:nvPr/>
        </p:nvSpPr>
        <p:spPr>
          <a:xfrm>
            <a:off x="6438923" y="18373751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4" name="editable decoration dot"/>
          <p:cNvSpPr/>
          <p:nvPr/>
        </p:nvSpPr>
        <p:spPr>
          <a:xfrm>
            <a:off x="6600849" y="18373751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5" name="editable decoration dot"/>
          <p:cNvSpPr/>
          <p:nvPr/>
        </p:nvSpPr>
        <p:spPr>
          <a:xfrm>
            <a:off x="6762774" y="18373751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6" name="editable decoration dot"/>
          <p:cNvSpPr/>
          <p:nvPr/>
        </p:nvSpPr>
        <p:spPr>
          <a:xfrm>
            <a:off x="6924700" y="18373751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7" name="editable decoration dot"/>
          <p:cNvSpPr/>
          <p:nvPr/>
        </p:nvSpPr>
        <p:spPr>
          <a:xfrm>
            <a:off x="7086626" y="18373751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8" name="editable decoration dot"/>
          <p:cNvSpPr/>
          <p:nvPr/>
        </p:nvSpPr>
        <p:spPr>
          <a:xfrm>
            <a:off x="7248551" y="18373751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9" name="editable decoration dot"/>
          <p:cNvSpPr/>
          <p:nvPr/>
        </p:nvSpPr>
        <p:spPr>
          <a:xfrm>
            <a:off x="7410477" y="18373751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0" name="editable decoration dot"/>
          <p:cNvSpPr/>
          <p:nvPr/>
        </p:nvSpPr>
        <p:spPr>
          <a:xfrm>
            <a:off x="7572402" y="18373751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1" name="editable decoration dot"/>
          <p:cNvSpPr/>
          <p:nvPr/>
        </p:nvSpPr>
        <p:spPr>
          <a:xfrm>
            <a:off x="7734328" y="18373751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2" name="editable decoration dot"/>
          <p:cNvSpPr/>
          <p:nvPr/>
        </p:nvSpPr>
        <p:spPr>
          <a:xfrm>
            <a:off x="7896254" y="18373751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3" name="editable decoration dot"/>
          <p:cNvSpPr/>
          <p:nvPr/>
        </p:nvSpPr>
        <p:spPr>
          <a:xfrm>
            <a:off x="8058179" y="18373751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4" name="editable decoration dot"/>
          <p:cNvSpPr/>
          <p:nvPr/>
        </p:nvSpPr>
        <p:spPr>
          <a:xfrm>
            <a:off x="8220105" y="18373751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5" name="editable decoration dot"/>
          <p:cNvSpPr/>
          <p:nvPr/>
        </p:nvSpPr>
        <p:spPr>
          <a:xfrm>
            <a:off x="8382030" y="18373751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6" name="editable decoration dot"/>
          <p:cNvSpPr/>
          <p:nvPr/>
        </p:nvSpPr>
        <p:spPr>
          <a:xfrm>
            <a:off x="8543956" y="18373751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7" name="editable decoration dot"/>
          <p:cNvSpPr/>
          <p:nvPr/>
        </p:nvSpPr>
        <p:spPr>
          <a:xfrm>
            <a:off x="8705881" y="18373751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8" name="editable decoration dot"/>
          <p:cNvSpPr/>
          <p:nvPr/>
        </p:nvSpPr>
        <p:spPr>
          <a:xfrm>
            <a:off x="2876560" y="1853567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9" name="editable decoration dot"/>
          <p:cNvSpPr/>
          <p:nvPr/>
        </p:nvSpPr>
        <p:spPr>
          <a:xfrm>
            <a:off x="3038486" y="18535677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0" name="editable decoration dot"/>
          <p:cNvSpPr/>
          <p:nvPr/>
        </p:nvSpPr>
        <p:spPr>
          <a:xfrm>
            <a:off x="3200412" y="18535677"/>
            <a:ext cx="29528" cy="29528"/>
          </a:xfrm>
          <a:prstGeom prst="ellipse">
            <a:avLst/>
          </a:prstGeom>
          <a:solidFill>
            <a:srgbClr val="EEFFBE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1" name="editable decoration dot"/>
          <p:cNvSpPr/>
          <p:nvPr/>
        </p:nvSpPr>
        <p:spPr>
          <a:xfrm>
            <a:off x="3362337" y="1853567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2" name="editable decoration dot"/>
          <p:cNvSpPr/>
          <p:nvPr/>
        </p:nvSpPr>
        <p:spPr>
          <a:xfrm>
            <a:off x="3524263" y="1853567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3" name="editable decoration dot"/>
          <p:cNvSpPr/>
          <p:nvPr/>
        </p:nvSpPr>
        <p:spPr>
          <a:xfrm>
            <a:off x="3686188" y="1853567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4" name="editable decoration dot"/>
          <p:cNvSpPr/>
          <p:nvPr/>
        </p:nvSpPr>
        <p:spPr>
          <a:xfrm>
            <a:off x="3848114" y="18535677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5" name="editable decoration dot"/>
          <p:cNvSpPr/>
          <p:nvPr/>
        </p:nvSpPr>
        <p:spPr>
          <a:xfrm>
            <a:off x="4010040" y="1853567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6" name="editable decoration dot"/>
          <p:cNvSpPr/>
          <p:nvPr/>
        </p:nvSpPr>
        <p:spPr>
          <a:xfrm>
            <a:off x="4171965" y="1853567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7" name="editable decoration dot"/>
          <p:cNvSpPr/>
          <p:nvPr/>
        </p:nvSpPr>
        <p:spPr>
          <a:xfrm>
            <a:off x="4333891" y="1853567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8" name="editable decoration dot"/>
          <p:cNvSpPr/>
          <p:nvPr/>
        </p:nvSpPr>
        <p:spPr>
          <a:xfrm>
            <a:off x="4495816" y="18535677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9" name="editable decoration dot"/>
          <p:cNvSpPr/>
          <p:nvPr/>
        </p:nvSpPr>
        <p:spPr>
          <a:xfrm>
            <a:off x="4657742" y="18535677"/>
            <a:ext cx="29528" cy="29528"/>
          </a:xfrm>
          <a:prstGeom prst="ellipse">
            <a:avLst/>
          </a:prstGeom>
          <a:solidFill>
            <a:srgbClr val="EEFFBE">
              <a:alpha val="3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0" name="editable decoration dot"/>
          <p:cNvSpPr/>
          <p:nvPr/>
        </p:nvSpPr>
        <p:spPr>
          <a:xfrm>
            <a:off x="4819667" y="18535677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1" name="editable decoration dot"/>
          <p:cNvSpPr/>
          <p:nvPr/>
        </p:nvSpPr>
        <p:spPr>
          <a:xfrm>
            <a:off x="4981593" y="18535677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2" name="editable decoration dot"/>
          <p:cNvSpPr/>
          <p:nvPr/>
        </p:nvSpPr>
        <p:spPr>
          <a:xfrm>
            <a:off x="5143519" y="18535677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3" name="editable decoration dot"/>
          <p:cNvSpPr/>
          <p:nvPr/>
        </p:nvSpPr>
        <p:spPr>
          <a:xfrm>
            <a:off x="5305444" y="18535677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4" name="editable decoration dot"/>
          <p:cNvSpPr/>
          <p:nvPr/>
        </p:nvSpPr>
        <p:spPr>
          <a:xfrm>
            <a:off x="5467370" y="18535677"/>
            <a:ext cx="29528" cy="29528"/>
          </a:xfrm>
          <a:prstGeom prst="ellipse">
            <a:avLst/>
          </a:prstGeom>
          <a:solidFill>
            <a:srgbClr val="EEFFBE">
              <a:alpha val="4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5" name="editable decoration dot"/>
          <p:cNvSpPr/>
          <p:nvPr/>
        </p:nvSpPr>
        <p:spPr>
          <a:xfrm>
            <a:off x="5629295" y="18535677"/>
            <a:ext cx="29528" cy="29528"/>
          </a:xfrm>
          <a:prstGeom prst="ellipse">
            <a:avLst/>
          </a:prstGeom>
          <a:solidFill>
            <a:srgbClr val="EEFFBE">
              <a:alpha val="5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6" name="editable decoration dot"/>
          <p:cNvSpPr/>
          <p:nvPr/>
        </p:nvSpPr>
        <p:spPr>
          <a:xfrm>
            <a:off x="5791221" y="18535677"/>
            <a:ext cx="29528" cy="29528"/>
          </a:xfrm>
          <a:prstGeom prst="ellipse">
            <a:avLst/>
          </a:prstGeom>
          <a:solidFill>
            <a:srgbClr val="EEFFBE">
              <a:alpha val="5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7" name="editable decoration dot"/>
          <p:cNvSpPr/>
          <p:nvPr/>
        </p:nvSpPr>
        <p:spPr>
          <a:xfrm>
            <a:off x="5953147" y="18535677"/>
            <a:ext cx="29528" cy="29528"/>
          </a:xfrm>
          <a:prstGeom prst="ellipse">
            <a:avLst/>
          </a:prstGeom>
          <a:solidFill>
            <a:srgbClr val="EEFFBE">
              <a:alpha val="5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8" name="editable decoration dot"/>
          <p:cNvSpPr/>
          <p:nvPr/>
        </p:nvSpPr>
        <p:spPr>
          <a:xfrm>
            <a:off x="6115072" y="18535677"/>
            <a:ext cx="29528" cy="29528"/>
          </a:xfrm>
          <a:prstGeom prst="ellipse">
            <a:avLst/>
          </a:prstGeom>
          <a:solidFill>
            <a:srgbClr val="EEFFBE">
              <a:alpha val="4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9" name="editable decoration dot"/>
          <p:cNvSpPr/>
          <p:nvPr/>
        </p:nvSpPr>
        <p:spPr>
          <a:xfrm>
            <a:off x="6276998" y="18535677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0" name="editable decoration dot"/>
          <p:cNvSpPr/>
          <p:nvPr/>
        </p:nvSpPr>
        <p:spPr>
          <a:xfrm>
            <a:off x="6438923" y="18535677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1" name="editable decoration dot"/>
          <p:cNvSpPr/>
          <p:nvPr/>
        </p:nvSpPr>
        <p:spPr>
          <a:xfrm>
            <a:off x="6600849" y="18535677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2" name="editable decoration dot"/>
          <p:cNvSpPr/>
          <p:nvPr/>
        </p:nvSpPr>
        <p:spPr>
          <a:xfrm>
            <a:off x="6762774" y="18535677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3" name="editable decoration dot"/>
          <p:cNvSpPr/>
          <p:nvPr/>
        </p:nvSpPr>
        <p:spPr>
          <a:xfrm>
            <a:off x="6924700" y="18535677"/>
            <a:ext cx="29528" cy="29528"/>
          </a:xfrm>
          <a:prstGeom prst="ellipse">
            <a:avLst/>
          </a:prstGeom>
          <a:solidFill>
            <a:srgbClr val="EEFFBE">
              <a:alpha val="3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4" name="editable decoration dot"/>
          <p:cNvSpPr/>
          <p:nvPr/>
        </p:nvSpPr>
        <p:spPr>
          <a:xfrm>
            <a:off x="7086626" y="18535677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5" name="editable decoration dot"/>
          <p:cNvSpPr/>
          <p:nvPr/>
        </p:nvSpPr>
        <p:spPr>
          <a:xfrm>
            <a:off x="7248551" y="1853567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6" name="editable decoration dot"/>
          <p:cNvSpPr/>
          <p:nvPr/>
        </p:nvSpPr>
        <p:spPr>
          <a:xfrm>
            <a:off x="7410477" y="1853567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7" name="editable decoration dot"/>
          <p:cNvSpPr/>
          <p:nvPr/>
        </p:nvSpPr>
        <p:spPr>
          <a:xfrm>
            <a:off x="7572402" y="1853567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8" name="editable decoration dot"/>
          <p:cNvSpPr/>
          <p:nvPr/>
        </p:nvSpPr>
        <p:spPr>
          <a:xfrm>
            <a:off x="7734328" y="18535677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9" name="editable decoration dot"/>
          <p:cNvSpPr/>
          <p:nvPr/>
        </p:nvSpPr>
        <p:spPr>
          <a:xfrm>
            <a:off x="7896254" y="1853567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0" name="editable decoration dot"/>
          <p:cNvSpPr/>
          <p:nvPr/>
        </p:nvSpPr>
        <p:spPr>
          <a:xfrm>
            <a:off x="8058179" y="1853567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1" name="editable decoration dot"/>
          <p:cNvSpPr/>
          <p:nvPr/>
        </p:nvSpPr>
        <p:spPr>
          <a:xfrm>
            <a:off x="8220105" y="1853567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2" name="editable decoration dot"/>
          <p:cNvSpPr/>
          <p:nvPr/>
        </p:nvSpPr>
        <p:spPr>
          <a:xfrm>
            <a:off x="8382030" y="18535677"/>
            <a:ext cx="29528" cy="29528"/>
          </a:xfrm>
          <a:prstGeom prst="ellipse">
            <a:avLst/>
          </a:prstGeom>
          <a:solidFill>
            <a:srgbClr val="EEFFBE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3" name="editable decoration dot"/>
          <p:cNvSpPr/>
          <p:nvPr/>
        </p:nvSpPr>
        <p:spPr>
          <a:xfrm>
            <a:off x="8543956" y="18535677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4" name="editable decoration dot"/>
          <p:cNvSpPr/>
          <p:nvPr/>
        </p:nvSpPr>
        <p:spPr>
          <a:xfrm>
            <a:off x="8705881" y="1853567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5" name="editable decoration dot"/>
          <p:cNvSpPr/>
          <p:nvPr/>
        </p:nvSpPr>
        <p:spPr>
          <a:xfrm>
            <a:off x="2876560" y="18697602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6" name="editable decoration dot"/>
          <p:cNvSpPr/>
          <p:nvPr/>
        </p:nvSpPr>
        <p:spPr>
          <a:xfrm>
            <a:off x="3038486" y="18697602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7" name="editable decoration dot"/>
          <p:cNvSpPr/>
          <p:nvPr/>
        </p:nvSpPr>
        <p:spPr>
          <a:xfrm>
            <a:off x="3200412" y="18697602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8" name="editable decoration dot"/>
          <p:cNvSpPr/>
          <p:nvPr/>
        </p:nvSpPr>
        <p:spPr>
          <a:xfrm>
            <a:off x="3362337" y="18697602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9" name="editable decoration dot"/>
          <p:cNvSpPr/>
          <p:nvPr/>
        </p:nvSpPr>
        <p:spPr>
          <a:xfrm>
            <a:off x="3524263" y="18697602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0" name="editable decoration dot"/>
          <p:cNvSpPr/>
          <p:nvPr/>
        </p:nvSpPr>
        <p:spPr>
          <a:xfrm>
            <a:off x="3686188" y="18697602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1" name="editable decoration dot"/>
          <p:cNvSpPr/>
          <p:nvPr/>
        </p:nvSpPr>
        <p:spPr>
          <a:xfrm>
            <a:off x="3848114" y="18697602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2" name="editable decoration dot"/>
          <p:cNvSpPr/>
          <p:nvPr/>
        </p:nvSpPr>
        <p:spPr>
          <a:xfrm>
            <a:off x="4010040" y="18697602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3" name="editable decoration dot"/>
          <p:cNvSpPr/>
          <p:nvPr/>
        </p:nvSpPr>
        <p:spPr>
          <a:xfrm>
            <a:off x="4171965" y="18697602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4" name="editable decoration dot"/>
          <p:cNvSpPr/>
          <p:nvPr/>
        </p:nvSpPr>
        <p:spPr>
          <a:xfrm>
            <a:off x="4333891" y="18697602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5" name="editable decoration dot"/>
          <p:cNvSpPr/>
          <p:nvPr/>
        </p:nvSpPr>
        <p:spPr>
          <a:xfrm>
            <a:off x="4495816" y="18697602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6" name="editable decoration dot"/>
          <p:cNvSpPr/>
          <p:nvPr/>
        </p:nvSpPr>
        <p:spPr>
          <a:xfrm>
            <a:off x="4657742" y="18697602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7" name="editable decoration dot"/>
          <p:cNvSpPr/>
          <p:nvPr/>
        </p:nvSpPr>
        <p:spPr>
          <a:xfrm>
            <a:off x="4819667" y="18697602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8" name="editable decoration dot"/>
          <p:cNvSpPr/>
          <p:nvPr/>
        </p:nvSpPr>
        <p:spPr>
          <a:xfrm>
            <a:off x="4981593" y="18697602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9" name="editable decoration dot"/>
          <p:cNvSpPr/>
          <p:nvPr/>
        </p:nvSpPr>
        <p:spPr>
          <a:xfrm>
            <a:off x="5143519" y="18697602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0" name="editable decoration dot"/>
          <p:cNvSpPr/>
          <p:nvPr/>
        </p:nvSpPr>
        <p:spPr>
          <a:xfrm>
            <a:off x="5305444" y="18697602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1" name="editable decoration dot"/>
          <p:cNvSpPr/>
          <p:nvPr/>
        </p:nvSpPr>
        <p:spPr>
          <a:xfrm>
            <a:off x="5467370" y="18697602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2" name="editable decoration dot"/>
          <p:cNvSpPr/>
          <p:nvPr/>
        </p:nvSpPr>
        <p:spPr>
          <a:xfrm>
            <a:off x="5629295" y="18697602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3" name="editable decoration dot"/>
          <p:cNvSpPr/>
          <p:nvPr/>
        </p:nvSpPr>
        <p:spPr>
          <a:xfrm>
            <a:off x="5791221" y="18697602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4" name="editable decoration dot"/>
          <p:cNvSpPr/>
          <p:nvPr/>
        </p:nvSpPr>
        <p:spPr>
          <a:xfrm>
            <a:off x="5953147" y="18697602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5" name="editable decoration dot"/>
          <p:cNvSpPr/>
          <p:nvPr/>
        </p:nvSpPr>
        <p:spPr>
          <a:xfrm>
            <a:off x="6115072" y="18697602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6" name="editable decoration dot"/>
          <p:cNvSpPr/>
          <p:nvPr/>
        </p:nvSpPr>
        <p:spPr>
          <a:xfrm>
            <a:off x="6276998" y="18697602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7" name="editable decoration dot"/>
          <p:cNvSpPr/>
          <p:nvPr/>
        </p:nvSpPr>
        <p:spPr>
          <a:xfrm>
            <a:off x="6438923" y="18697602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8" name="editable decoration dot"/>
          <p:cNvSpPr/>
          <p:nvPr/>
        </p:nvSpPr>
        <p:spPr>
          <a:xfrm>
            <a:off x="6600849" y="18697602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9" name="editable decoration dot"/>
          <p:cNvSpPr/>
          <p:nvPr/>
        </p:nvSpPr>
        <p:spPr>
          <a:xfrm>
            <a:off x="6762774" y="18697602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0" name="editable decoration dot"/>
          <p:cNvSpPr/>
          <p:nvPr/>
        </p:nvSpPr>
        <p:spPr>
          <a:xfrm>
            <a:off x="6924700" y="18697602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1" name="editable decoration dot"/>
          <p:cNvSpPr/>
          <p:nvPr/>
        </p:nvSpPr>
        <p:spPr>
          <a:xfrm>
            <a:off x="7086626" y="18697602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2" name="editable decoration dot"/>
          <p:cNvSpPr/>
          <p:nvPr/>
        </p:nvSpPr>
        <p:spPr>
          <a:xfrm>
            <a:off x="7248551" y="18697602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3" name="editable decoration dot"/>
          <p:cNvSpPr/>
          <p:nvPr/>
        </p:nvSpPr>
        <p:spPr>
          <a:xfrm>
            <a:off x="7410477" y="18697602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4" name="editable decoration dot"/>
          <p:cNvSpPr/>
          <p:nvPr/>
        </p:nvSpPr>
        <p:spPr>
          <a:xfrm>
            <a:off x="7572402" y="18697602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5" name="editable decoration dot"/>
          <p:cNvSpPr/>
          <p:nvPr/>
        </p:nvSpPr>
        <p:spPr>
          <a:xfrm>
            <a:off x="7734328" y="18697602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6" name="editable decoration dot"/>
          <p:cNvSpPr/>
          <p:nvPr/>
        </p:nvSpPr>
        <p:spPr>
          <a:xfrm>
            <a:off x="7896254" y="18697602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7" name="editable decoration dot"/>
          <p:cNvSpPr/>
          <p:nvPr/>
        </p:nvSpPr>
        <p:spPr>
          <a:xfrm>
            <a:off x="8058179" y="18697602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8" name="editable decoration dot"/>
          <p:cNvSpPr/>
          <p:nvPr/>
        </p:nvSpPr>
        <p:spPr>
          <a:xfrm>
            <a:off x="8220105" y="18697602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9" name="editable decoration dot"/>
          <p:cNvSpPr/>
          <p:nvPr/>
        </p:nvSpPr>
        <p:spPr>
          <a:xfrm>
            <a:off x="8382030" y="18697602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0" name="editable decoration dot"/>
          <p:cNvSpPr/>
          <p:nvPr/>
        </p:nvSpPr>
        <p:spPr>
          <a:xfrm>
            <a:off x="8543956" y="18697602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1" name="editable decoration dot"/>
          <p:cNvSpPr/>
          <p:nvPr/>
        </p:nvSpPr>
        <p:spPr>
          <a:xfrm>
            <a:off x="8705881" y="18697602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2" name="editable decoration dot"/>
          <p:cNvSpPr/>
          <p:nvPr/>
        </p:nvSpPr>
        <p:spPr>
          <a:xfrm>
            <a:off x="2876560" y="18859527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3" name="editable decoration dot"/>
          <p:cNvSpPr/>
          <p:nvPr/>
        </p:nvSpPr>
        <p:spPr>
          <a:xfrm>
            <a:off x="3038486" y="18859527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4" name="editable decoration dot"/>
          <p:cNvSpPr/>
          <p:nvPr/>
        </p:nvSpPr>
        <p:spPr>
          <a:xfrm>
            <a:off x="3200412" y="18859527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5" name="editable decoration dot"/>
          <p:cNvSpPr/>
          <p:nvPr/>
        </p:nvSpPr>
        <p:spPr>
          <a:xfrm>
            <a:off x="3362337" y="18859527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6" name="editable decoration dot"/>
          <p:cNvSpPr/>
          <p:nvPr/>
        </p:nvSpPr>
        <p:spPr>
          <a:xfrm>
            <a:off x="3524263" y="18859527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7" name="editable decoration dot"/>
          <p:cNvSpPr/>
          <p:nvPr/>
        </p:nvSpPr>
        <p:spPr>
          <a:xfrm>
            <a:off x="3686188" y="18859527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8" name="editable decoration dot"/>
          <p:cNvSpPr/>
          <p:nvPr/>
        </p:nvSpPr>
        <p:spPr>
          <a:xfrm>
            <a:off x="3848114" y="1885952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9" name="editable decoration dot"/>
          <p:cNvSpPr/>
          <p:nvPr/>
        </p:nvSpPr>
        <p:spPr>
          <a:xfrm>
            <a:off x="4010040" y="18859527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0" name="editable decoration dot"/>
          <p:cNvSpPr/>
          <p:nvPr/>
        </p:nvSpPr>
        <p:spPr>
          <a:xfrm>
            <a:off x="4171965" y="18859527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1" name="editable decoration dot"/>
          <p:cNvSpPr/>
          <p:nvPr/>
        </p:nvSpPr>
        <p:spPr>
          <a:xfrm>
            <a:off x="4333891" y="1885952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2" name="editable decoration dot"/>
          <p:cNvSpPr/>
          <p:nvPr/>
        </p:nvSpPr>
        <p:spPr>
          <a:xfrm>
            <a:off x="4495816" y="1885952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3" name="editable decoration dot"/>
          <p:cNvSpPr/>
          <p:nvPr/>
        </p:nvSpPr>
        <p:spPr>
          <a:xfrm>
            <a:off x="4657742" y="1885952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4" name="editable decoration dot"/>
          <p:cNvSpPr/>
          <p:nvPr/>
        </p:nvSpPr>
        <p:spPr>
          <a:xfrm>
            <a:off x="4819667" y="18859527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5" name="editable decoration dot"/>
          <p:cNvSpPr/>
          <p:nvPr/>
        </p:nvSpPr>
        <p:spPr>
          <a:xfrm>
            <a:off x="4981593" y="1885952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6" name="editable decoration dot"/>
          <p:cNvSpPr/>
          <p:nvPr/>
        </p:nvSpPr>
        <p:spPr>
          <a:xfrm>
            <a:off x="5143519" y="1885952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7" name="editable decoration dot"/>
          <p:cNvSpPr/>
          <p:nvPr/>
        </p:nvSpPr>
        <p:spPr>
          <a:xfrm>
            <a:off x="5305444" y="1885952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8" name="editable decoration dot"/>
          <p:cNvSpPr/>
          <p:nvPr/>
        </p:nvSpPr>
        <p:spPr>
          <a:xfrm>
            <a:off x="5467370" y="18859527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9" name="editable decoration dot"/>
          <p:cNvSpPr/>
          <p:nvPr/>
        </p:nvSpPr>
        <p:spPr>
          <a:xfrm>
            <a:off x="5629295" y="18859527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0" name="editable decoration dot"/>
          <p:cNvSpPr/>
          <p:nvPr/>
        </p:nvSpPr>
        <p:spPr>
          <a:xfrm>
            <a:off x="5791221" y="18859527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1" name="editable decoration dot"/>
          <p:cNvSpPr/>
          <p:nvPr/>
        </p:nvSpPr>
        <p:spPr>
          <a:xfrm>
            <a:off x="5953147" y="18859527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2" name="editable decoration dot"/>
          <p:cNvSpPr/>
          <p:nvPr/>
        </p:nvSpPr>
        <p:spPr>
          <a:xfrm>
            <a:off x="6115072" y="18859527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3" name="editable decoration dot"/>
          <p:cNvSpPr/>
          <p:nvPr/>
        </p:nvSpPr>
        <p:spPr>
          <a:xfrm>
            <a:off x="6276998" y="1885952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4" name="editable decoration dot"/>
          <p:cNvSpPr/>
          <p:nvPr/>
        </p:nvSpPr>
        <p:spPr>
          <a:xfrm>
            <a:off x="6438923" y="1885952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5" name="editable decoration dot"/>
          <p:cNvSpPr/>
          <p:nvPr/>
        </p:nvSpPr>
        <p:spPr>
          <a:xfrm>
            <a:off x="6600849" y="1885952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6" name="editable decoration dot"/>
          <p:cNvSpPr/>
          <p:nvPr/>
        </p:nvSpPr>
        <p:spPr>
          <a:xfrm>
            <a:off x="6762774" y="18859527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7" name="editable decoration dot"/>
          <p:cNvSpPr/>
          <p:nvPr/>
        </p:nvSpPr>
        <p:spPr>
          <a:xfrm>
            <a:off x="6924700" y="1885952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8" name="editable decoration dot"/>
          <p:cNvSpPr/>
          <p:nvPr/>
        </p:nvSpPr>
        <p:spPr>
          <a:xfrm>
            <a:off x="7086626" y="1885952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9" name="editable decoration dot"/>
          <p:cNvSpPr/>
          <p:nvPr/>
        </p:nvSpPr>
        <p:spPr>
          <a:xfrm>
            <a:off x="7248551" y="1885952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0" name="editable decoration dot"/>
          <p:cNvSpPr/>
          <p:nvPr/>
        </p:nvSpPr>
        <p:spPr>
          <a:xfrm>
            <a:off x="7410477" y="18859527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1" name="editable decoration dot"/>
          <p:cNvSpPr/>
          <p:nvPr/>
        </p:nvSpPr>
        <p:spPr>
          <a:xfrm>
            <a:off x="7572402" y="18859527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2" name="editable decoration dot"/>
          <p:cNvSpPr/>
          <p:nvPr/>
        </p:nvSpPr>
        <p:spPr>
          <a:xfrm>
            <a:off x="7734328" y="1885952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3" name="editable decoration dot"/>
          <p:cNvSpPr/>
          <p:nvPr/>
        </p:nvSpPr>
        <p:spPr>
          <a:xfrm>
            <a:off x="7896254" y="18859527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4" name="editable decoration dot"/>
          <p:cNvSpPr/>
          <p:nvPr/>
        </p:nvSpPr>
        <p:spPr>
          <a:xfrm>
            <a:off x="8058179" y="18859527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5" name="editable decoration dot"/>
          <p:cNvSpPr/>
          <p:nvPr/>
        </p:nvSpPr>
        <p:spPr>
          <a:xfrm>
            <a:off x="8220105" y="18859527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6" name="editable decoration dot"/>
          <p:cNvSpPr/>
          <p:nvPr/>
        </p:nvSpPr>
        <p:spPr>
          <a:xfrm>
            <a:off x="8382030" y="18859527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7" name="editable decoration dot"/>
          <p:cNvSpPr/>
          <p:nvPr/>
        </p:nvSpPr>
        <p:spPr>
          <a:xfrm>
            <a:off x="8543956" y="18859527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8" name="editable decoration dot"/>
          <p:cNvSpPr/>
          <p:nvPr/>
        </p:nvSpPr>
        <p:spPr>
          <a:xfrm>
            <a:off x="8705881" y="18859527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9" name="impact-card water"/>
          <p:cNvSpPr/>
          <p:nvPr/>
        </p:nvSpPr>
        <p:spPr>
          <a:xfrm>
            <a:off x="10858539" y="13601719"/>
            <a:ext cx="8610631" cy="5857883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D2E6ED"/>
              </a:gs>
              <a:gs pos="16667">
                <a:srgbClr val="B9DCE9"/>
              </a:gs>
              <a:gs pos="33333">
                <a:srgbClr val="89CBE3"/>
              </a:gs>
              <a:gs pos="50000">
                <a:srgbClr val="53ACD5"/>
              </a:gs>
              <a:gs pos="66667">
                <a:srgbClr val="2687C7"/>
              </a:gs>
              <a:gs pos="83333">
                <a:srgbClr val="1E6DB4"/>
              </a:gs>
              <a:gs pos="100000">
                <a:srgbClr val="729AC5"/>
              </a:gs>
            </a:gsLst>
            <a:lin ang="5400000" scaled="1"/>
            <a:tileRect/>
          </a:gradFill>
          <a:ln w="889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0" name="impact-label"/>
          <p:cNvSpPr/>
          <p:nvPr/>
        </p:nvSpPr>
        <p:spPr>
          <a:xfrm>
            <a:off x="14109850" y="14087495"/>
            <a:ext cx="2199449" cy="552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dirty="0">
                <a:solidFill>
                  <a:srgbClr val="FDF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water saved</a:t>
            </a:r>
            <a:endParaRPr lang="en-US" sz="3150" dirty="0"/>
          </a:p>
        </p:txBody>
      </p:sp>
      <p:sp>
        <p:nvSpPr>
          <p:cNvPr id="271" name="editable dotted numeral 2"/>
          <p:cNvSpPr/>
          <p:nvPr/>
        </p:nvSpPr>
        <p:spPr>
          <a:xfrm>
            <a:off x="13122685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2" name="editable dotted numeral 2"/>
          <p:cNvSpPr/>
          <p:nvPr/>
        </p:nvSpPr>
        <p:spPr>
          <a:xfrm>
            <a:off x="13276446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3" name="editable dotted numeral 2"/>
          <p:cNvSpPr/>
          <p:nvPr/>
        </p:nvSpPr>
        <p:spPr>
          <a:xfrm>
            <a:off x="13430207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4" name="editable dotted numeral 2"/>
          <p:cNvSpPr/>
          <p:nvPr/>
        </p:nvSpPr>
        <p:spPr>
          <a:xfrm>
            <a:off x="12968923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5" name="editable dotted numeral 2"/>
          <p:cNvSpPr/>
          <p:nvPr/>
        </p:nvSpPr>
        <p:spPr>
          <a:xfrm>
            <a:off x="13583968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6" name="editable dotted numeral 2"/>
          <p:cNvSpPr/>
          <p:nvPr/>
        </p:nvSpPr>
        <p:spPr>
          <a:xfrm>
            <a:off x="13583968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7" name="editable dotted numeral 2"/>
          <p:cNvSpPr/>
          <p:nvPr/>
        </p:nvSpPr>
        <p:spPr>
          <a:xfrm>
            <a:off x="13430207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8" name="editable dotted numeral 2"/>
          <p:cNvSpPr/>
          <p:nvPr/>
        </p:nvSpPr>
        <p:spPr>
          <a:xfrm>
            <a:off x="13276446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9" name="editable dotted numeral 2"/>
          <p:cNvSpPr/>
          <p:nvPr/>
        </p:nvSpPr>
        <p:spPr>
          <a:xfrm>
            <a:off x="13122685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0" name="editable dotted numeral 2"/>
          <p:cNvSpPr/>
          <p:nvPr/>
        </p:nvSpPr>
        <p:spPr>
          <a:xfrm>
            <a:off x="12968923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1" name="editable dotted numeral 2"/>
          <p:cNvSpPr/>
          <p:nvPr/>
        </p:nvSpPr>
        <p:spPr>
          <a:xfrm>
            <a:off x="13122685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2" name="editable dotted numeral 2"/>
          <p:cNvSpPr/>
          <p:nvPr/>
        </p:nvSpPr>
        <p:spPr>
          <a:xfrm>
            <a:off x="13276446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3" name="editable dotted numeral 2"/>
          <p:cNvSpPr/>
          <p:nvPr/>
        </p:nvSpPr>
        <p:spPr>
          <a:xfrm>
            <a:off x="13430207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4" name="editable dotted numeral 2"/>
          <p:cNvSpPr/>
          <p:nvPr/>
        </p:nvSpPr>
        <p:spPr>
          <a:xfrm>
            <a:off x="13583968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5" name="editable dotted numeral ,"/>
          <p:cNvSpPr/>
          <p:nvPr/>
        </p:nvSpPr>
        <p:spPr>
          <a:xfrm>
            <a:off x="14199014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6" name="editable dotted numeral ,"/>
          <p:cNvSpPr/>
          <p:nvPr/>
        </p:nvSpPr>
        <p:spPr>
          <a:xfrm>
            <a:off x="14199014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7" name="editable dotted numeral ,"/>
          <p:cNvSpPr/>
          <p:nvPr/>
        </p:nvSpPr>
        <p:spPr>
          <a:xfrm>
            <a:off x="14045252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8" name="editable dotted numeral 4"/>
          <p:cNvSpPr/>
          <p:nvPr/>
        </p:nvSpPr>
        <p:spPr>
          <a:xfrm>
            <a:off x="15275342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9" name="editable dotted numeral 4"/>
          <p:cNvSpPr/>
          <p:nvPr/>
        </p:nvSpPr>
        <p:spPr>
          <a:xfrm>
            <a:off x="15121581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0" name="editable dotted numeral 4"/>
          <p:cNvSpPr/>
          <p:nvPr/>
        </p:nvSpPr>
        <p:spPr>
          <a:xfrm>
            <a:off x="15275342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1" name="editable dotted numeral 4"/>
          <p:cNvSpPr/>
          <p:nvPr/>
        </p:nvSpPr>
        <p:spPr>
          <a:xfrm>
            <a:off x="14967820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2" name="editable dotted numeral 4"/>
          <p:cNvSpPr/>
          <p:nvPr/>
        </p:nvSpPr>
        <p:spPr>
          <a:xfrm>
            <a:off x="15275342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3" name="editable dotted numeral 4"/>
          <p:cNvSpPr/>
          <p:nvPr/>
        </p:nvSpPr>
        <p:spPr>
          <a:xfrm>
            <a:off x="14814059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4" name="editable dotted numeral 4"/>
          <p:cNvSpPr/>
          <p:nvPr/>
        </p:nvSpPr>
        <p:spPr>
          <a:xfrm>
            <a:off x="15275342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5" name="editable dotted numeral 4"/>
          <p:cNvSpPr/>
          <p:nvPr/>
        </p:nvSpPr>
        <p:spPr>
          <a:xfrm>
            <a:off x="14814059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6" name="editable dotted numeral 4"/>
          <p:cNvSpPr/>
          <p:nvPr/>
        </p:nvSpPr>
        <p:spPr>
          <a:xfrm>
            <a:off x="14967820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7" name="editable dotted numeral 4"/>
          <p:cNvSpPr/>
          <p:nvPr/>
        </p:nvSpPr>
        <p:spPr>
          <a:xfrm>
            <a:off x="15121581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8" name="editable dotted numeral 4"/>
          <p:cNvSpPr/>
          <p:nvPr/>
        </p:nvSpPr>
        <p:spPr>
          <a:xfrm>
            <a:off x="15275342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9" name="editable dotted numeral 4"/>
          <p:cNvSpPr/>
          <p:nvPr/>
        </p:nvSpPr>
        <p:spPr>
          <a:xfrm>
            <a:off x="15429104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0" name="editable dotted numeral 4"/>
          <p:cNvSpPr/>
          <p:nvPr/>
        </p:nvSpPr>
        <p:spPr>
          <a:xfrm>
            <a:off x="15275342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1" name="editable dotted numeral 4"/>
          <p:cNvSpPr/>
          <p:nvPr/>
        </p:nvSpPr>
        <p:spPr>
          <a:xfrm>
            <a:off x="15275342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2" name="editable dotted numeral 5"/>
          <p:cNvSpPr/>
          <p:nvPr/>
        </p:nvSpPr>
        <p:spPr>
          <a:xfrm>
            <a:off x="15736626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3" name="editable dotted numeral 5"/>
          <p:cNvSpPr/>
          <p:nvPr/>
        </p:nvSpPr>
        <p:spPr>
          <a:xfrm>
            <a:off x="15890387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4" name="editable dotted numeral 5"/>
          <p:cNvSpPr/>
          <p:nvPr/>
        </p:nvSpPr>
        <p:spPr>
          <a:xfrm>
            <a:off x="16044149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5" name="editable dotted numeral 5"/>
          <p:cNvSpPr/>
          <p:nvPr/>
        </p:nvSpPr>
        <p:spPr>
          <a:xfrm>
            <a:off x="16197910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6" name="editable dotted numeral 5"/>
          <p:cNvSpPr/>
          <p:nvPr/>
        </p:nvSpPr>
        <p:spPr>
          <a:xfrm>
            <a:off x="16351671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7" name="editable dotted numeral 5"/>
          <p:cNvSpPr/>
          <p:nvPr/>
        </p:nvSpPr>
        <p:spPr>
          <a:xfrm>
            <a:off x="15736626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8" name="editable dotted numeral 5"/>
          <p:cNvSpPr/>
          <p:nvPr/>
        </p:nvSpPr>
        <p:spPr>
          <a:xfrm>
            <a:off x="15736626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9" name="editable dotted numeral 5"/>
          <p:cNvSpPr/>
          <p:nvPr/>
        </p:nvSpPr>
        <p:spPr>
          <a:xfrm>
            <a:off x="15736626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0" name="editable dotted numeral 5"/>
          <p:cNvSpPr/>
          <p:nvPr/>
        </p:nvSpPr>
        <p:spPr>
          <a:xfrm>
            <a:off x="15890387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1" name="editable dotted numeral 5"/>
          <p:cNvSpPr/>
          <p:nvPr/>
        </p:nvSpPr>
        <p:spPr>
          <a:xfrm>
            <a:off x="16044149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2" name="editable dotted numeral 5"/>
          <p:cNvSpPr/>
          <p:nvPr/>
        </p:nvSpPr>
        <p:spPr>
          <a:xfrm>
            <a:off x="16197910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3" name="editable dotted numeral 5"/>
          <p:cNvSpPr/>
          <p:nvPr/>
        </p:nvSpPr>
        <p:spPr>
          <a:xfrm>
            <a:off x="16351671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4" name="editable dotted numeral 5"/>
          <p:cNvSpPr/>
          <p:nvPr/>
        </p:nvSpPr>
        <p:spPr>
          <a:xfrm>
            <a:off x="16351671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5" name="editable dotted numeral 5"/>
          <p:cNvSpPr/>
          <p:nvPr/>
        </p:nvSpPr>
        <p:spPr>
          <a:xfrm>
            <a:off x="15736626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6" name="editable dotted numeral 5"/>
          <p:cNvSpPr/>
          <p:nvPr/>
        </p:nvSpPr>
        <p:spPr>
          <a:xfrm>
            <a:off x="15890387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7" name="editable dotted numeral 5"/>
          <p:cNvSpPr/>
          <p:nvPr/>
        </p:nvSpPr>
        <p:spPr>
          <a:xfrm>
            <a:off x="16044149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8" name="editable dotted numeral 5"/>
          <p:cNvSpPr/>
          <p:nvPr/>
        </p:nvSpPr>
        <p:spPr>
          <a:xfrm>
            <a:off x="16197910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9" name="editable dotted numeral 0"/>
          <p:cNvSpPr/>
          <p:nvPr/>
        </p:nvSpPr>
        <p:spPr>
          <a:xfrm>
            <a:off x="16812955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0" name="editable dotted numeral 0"/>
          <p:cNvSpPr/>
          <p:nvPr/>
        </p:nvSpPr>
        <p:spPr>
          <a:xfrm>
            <a:off x="16966716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1" name="editable dotted numeral 0"/>
          <p:cNvSpPr/>
          <p:nvPr/>
        </p:nvSpPr>
        <p:spPr>
          <a:xfrm>
            <a:off x="17120478" y="15941369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2" name="editable dotted numeral 0"/>
          <p:cNvSpPr/>
          <p:nvPr/>
        </p:nvSpPr>
        <p:spPr>
          <a:xfrm>
            <a:off x="16659194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3" name="editable dotted numeral 0"/>
          <p:cNvSpPr/>
          <p:nvPr/>
        </p:nvSpPr>
        <p:spPr>
          <a:xfrm>
            <a:off x="17274239" y="16095130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4" name="editable dotted numeral 0"/>
          <p:cNvSpPr/>
          <p:nvPr/>
        </p:nvSpPr>
        <p:spPr>
          <a:xfrm>
            <a:off x="16659194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5" name="editable dotted numeral 0"/>
          <p:cNvSpPr/>
          <p:nvPr/>
        </p:nvSpPr>
        <p:spPr>
          <a:xfrm>
            <a:off x="17120478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6" name="editable dotted numeral 0"/>
          <p:cNvSpPr/>
          <p:nvPr/>
        </p:nvSpPr>
        <p:spPr>
          <a:xfrm>
            <a:off x="17274239" y="16248891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7" name="editable dotted numeral 0"/>
          <p:cNvSpPr/>
          <p:nvPr/>
        </p:nvSpPr>
        <p:spPr>
          <a:xfrm>
            <a:off x="16659194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8" name="editable dotted numeral 0"/>
          <p:cNvSpPr/>
          <p:nvPr/>
        </p:nvSpPr>
        <p:spPr>
          <a:xfrm>
            <a:off x="16966716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9" name="editable dotted numeral 0"/>
          <p:cNvSpPr/>
          <p:nvPr/>
        </p:nvSpPr>
        <p:spPr>
          <a:xfrm>
            <a:off x="17274239" y="16402652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0" name="editable dotted numeral 0"/>
          <p:cNvSpPr/>
          <p:nvPr/>
        </p:nvSpPr>
        <p:spPr>
          <a:xfrm>
            <a:off x="16659194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1" name="editable dotted numeral 0"/>
          <p:cNvSpPr/>
          <p:nvPr/>
        </p:nvSpPr>
        <p:spPr>
          <a:xfrm>
            <a:off x="16812955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2" name="editable dotted numeral 0"/>
          <p:cNvSpPr/>
          <p:nvPr/>
        </p:nvSpPr>
        <p:spPr>
          <a:xfrm>
            <a:off x="17274239" y="16556413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3" name="editable dotted numeral 0"/>
          <p:cNvSpPr/>
          <p:nvPr/>
        </p:nvSpPr>
        <p:spPr>
          <a:xfrm>
            <a:off x="16659194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4" name="editable dotted numeral 0"/>
          <p:cNvSpPr/>
          <p:nvPr/>
        </p:nvSpPr>
        <p:spPr>
          <a:xfrm>
            <a:off x="17274239" y="16710174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5" name="editable dotted numeral 0"/>
          <p:cNvSpPr/>
          <p:nvPr/>
        </p:nvSpPr>
        <p:spPr>
          <a:xfrm>
            <a:off x="16812955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6" name="editable dotted numeral 0"/>
          <p:cNvSpPr/>
          <p:nvPr/>
        </p:nvSpPr>
        <p:spPr>
          <a:xfrm>
            <a:off x="16966716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7" name="editable dotted numeral 0"/>
          <p:cNvSpPr/>
          <p:nvPr/>
        </p:nvSpPr>
        <p:spPr>
          <a:xfrm>
            <a:off x="17120478" y="16863935"/>
            <a:ext cx="84569" cy="845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8" name="impact-unit"/>
          <p:cNvSpPr/>
          <p:nvPr/>
        </p:nvSpPr>
        <p:spPr>
          <a:xfrm>
            <a:off x="14264781" y="17240275"/>
            <a:ext cx="1889439" cy="3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litres of water</a:t>
            </a:r>
            <a:endParaRPr lang="en-US" sz="2250" dirty="0"/>
          </a:p>
        </p:txBody>
      </p:sp>
      <p:sp>
        <p:nvSpPr>
          <p:cNvPr id="339" name="editable decoration dot"/>
          <p:cNvSpPr/>
          <p:nvPr/>
        </p:nvSpPr>
        <p:spPr>
          <a:xfrm>
            <a:off x="11830093" y="18211826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0" name="editable decoration dot"/>
          <p:cNvSpPr/>
          <p:nvPr/>
        </p:nvSpPr>
        <p:spPr>
          <a:xfrm>
            <a:off x="11992018" y="18211826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1" name="editable decoration dot"/>
          <p:cNvSpPr/>
          <p:nvPr/>
        </p:nvSpPr>
        <p:spPr>
          <a:xfrm>
            <a:off x="12153944" y="18211826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2" name="editable decoration dot"/>
          <p:cNvSpPr/>
          <p:nvPr/>
        </p:nvSpPr>
        <p:spPr>
          <a:xfrm>
            <a:off x="12315870" y="18211826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3" name="editable decoration dot"/>
          <p:cNvSpPr/>
          <p:nvPr/>
        </p:nvSpPr>
        <p:spPr>
          <a:xfrm>
            <a:off x="12477795" y="18211826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4" name="editable decoration dot"/>
          <p:cNvSpPr/>
          <p:nvPr/>
        </p:nvSpPr>
        <p:spPr>
          <a:xfrm>
            <a:off x="12639721" y="18211826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5" name="editable decoration dot"/>
          <p:cNvSpPr/>
          <p:nvPr/>
        </p:nvSpPr>
        <p:spPr>
          <a:xfrm>
            <a:off x="12801646" y="18211826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6" name="editable decoration dot"/>
          <p:cNvSpPr/>
          <p:nvPr/>
        </p:nvSpPr>
        <p:spPr>
          <a:xfrm>
            <a:off x="12963572" y="18211826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7" name="editable decoration dot"/>
          <p:cNvSpPr/>
          <p:nvPr/>
        </p:nvSpPr>
        <p:spPr>
          <a:xfrm>
            <a:off x="13125497" y="18211826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8" name="editable decoration dot"/>
          <p:cNvSpPr/>
          <p:nvPr/>
        </p:nvSpPr>
        <p:spPr>
          <a:xfrm>
            <a:off x="13287423" y="18211826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9" name="editable decoration dot"/>
          <p:cNvSpPr/>
          <p:nvPr/>
        </p:nvSpPr>
        <p:spPr>
          <a:xfrm>
            <a:off x="13449349" y="18211826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0" name="editable decoration dot"/>
          <p:cNvSpPr/>
          <p:nvPr/>
        </p:nvSpPr>
        <p:spPr>
          <a:xfrm>
            <a:off x="13611274" y="18211826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1" name="editable decoration dot"/>
          <p:cNvSpPr/>
          <p:nvPr/>
        </p:nvSpPr>
        <p:spPr>
          <a:xfrm>
            <a:off x="13773200" y="18211826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2" name="editable decoration dot"/>
          <p:cNvSpPr/>
          <p:nvPr/>
        </p:nvSpPr>
        <p:spPr>
          <a:xfrm>
            <a:off x="13935125" y="18211826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3" name="editable decoration dot"/>
          <p:cNvSpPr/>
          <p:nvPr/>
        </p:nvSpPr>
        <p:spPr>
          <a:xfrm>
            <a:off x="14097051" y="18211826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4" name="editable decoration dot"/>
          <p:cNvSpPr/>
          <p:nvPr/>
        </p:nvSpPr>
        <p:spPr>
          <a:xfrm>
            <a:off x="14258977" y="18211826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5" name="editable decoration dot"/>
          <p:cNvSpPr/>
          <p:nvPr/>
        </p:nvSpPr>
        <p:spPr>
          <a:xfrm>
            <a:off x="14420902" y="18211826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6" name="editable decoration dot"/>
          <p:cNvSpPr/>
          <p:nvPr/>
        </p:nvSpPr>
        <p:spPr>
          <a:xfrm>
            <a:off x="14582828" y="18211826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7" name="editable decoration dot"/>
          <p:cNvSpPr/>
          <p:nvPr/>
        </p:nvSpPr>
        <p:spPr>
          <a:xfrm>
            <a:off x="14744753" y="18211826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8" name="editable decoration dot"/>
          <p:cNvSpPr/>
          <p:nvPr/>
        </p:nvSpPr>
        <p:spPr>
          <a:xfrm>
            <a:off x="14906679" y="18211826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9" name="editable decoration dot"/>
          <p:cNvSpPr/>
          <p:nvPr/>
        </p:nvSpPr>
        <p:spPr>
          <a:xfrm>
            <a:off x="15068605" y="18211826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0" name="editable decoration dot"/>
          <p:cNvSpPr/>
          <p:nvPr/>
        </p:nvSpPr>
        <p:spPr>
          <a:xfrm>
            <a:off x="15230530" y="18211826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1" name="editable decoration dot"/>
          <p:cNvSpPr/>
          <p:nvPr/>
        </p:nvSpPr>
        <p:spPr>
          <a:xfrm>
            <a:off x="15392456" y="18211826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2" name="editable decoration dot"/>
          <p:cNvSpPr/>
          <p:nvPr/>
        </p:nvSpPr>
        <p:spPr>
          <a:xfrm>
            <a:off x="15554381" y="18211826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3" name="editable decoration dot"/>
          <p:cNvSpPr/>
          <p:nvPr/>
        </p:nvSpPr>
        <p:spPr>
          <a:xfrm>
            <a:off x="15716307" y="18211826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4" name="editable decoration dot"/>
          <p:cNvSpPr/>
          <p:nvPr/>
        </p:nvSpPr>
        <p:spPr>
          <a:xfrm>
            <a:off x="15878232" y="18211826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5" name="editable decoration dot"/>
          <p:cNvSpPr/>
          <p:nvPr/>
        </p:nvSpPr>
        <p:spPr>
          <a:xfrm>
            <a:off x="16040158" y="18211826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6" name="editable decoration dot"/>
          <p:cNvSpPr/>
          <p:nvPr/>
        </p:nvSpPr>
        <p:spPr>
          <a:xfrm>
            <a:off x="16202084" y="18211826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7" name="editable decoration dot"/>
          <p:cNvSpPr/>
          <p:nvPr/>
        </p:nvSpPr>
        <p:spPr>
          <a:xfrm>
            <a:off x="16364009" y="18211826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8" name="editable decoration dot"/>
          <p:cNvSpPr/>
          <p:nvPr/>
        </p:nvSpPr>
        <p:spPr>
          <a:xfrm>
            <a:off x="16525935" y="18211826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9" name="editable decoration dot"/>
          <p:cNvSpPr/>
          <p:nvPr/>
        </p:nvSpPr>
        <p:spPr>
          <a:xfrm>
            <a:off x="16687860" y="18211826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0" name="editable decoration dot"/>
          <p:cNvSpPr/>
          <p:nvPr/>
        </p:nvSpPr>
        <p:spPr>
          <a:xfrm>
            <a:off x="16849786" y="18211826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1" name="editable decoration dot"/>
          <p:cNvSpPr/>
          <p:nvPr/>
        </p:nvSpPr>
        <p:spPr>
          <a:xfrm>
            <a:off x="17011712" y="18211826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2" name="editable decoration dot"/>
          <p:cNvSpPr/>
          <p:nvPr/>
        </p:nvSpPr>
        <p:spPr>
          <a:xfrm>
            <a:off x="17173637" y="18211826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3" name="editable decoration dot"/>
          <p:cNvSpPr/>
          <p:nvPr/>
        </p:nvSpPr>
        <p:spPr>
          <a:xfrm>
            <a:off x="17335563" y="18211826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4" name="editable decoration dot"/>
          <p:cNvSpPr/>
          <p:nvPr/>
        </p:nvSpPr>
        <p:spPr>
          <a:xfrm>
            <a:off x="17497488" y="18211826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5" name="editable decoration dot"/>
          <p:cNvSpPr/>
          <p:nvPr/>
        </p:nvSpPr>
        <p:spPr>
          <a:xfrm>
            <a:off x="17659414" y="18211826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6" name="editable decoration dot"/>
          <p:cNvSpPr/>
          <p:nvPr/>
        </p:nvSpPr>
        <p:spPr>
          <a:xfrm>
            <a:off x="11830093" y="18373751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7" name="editable decoration dot"/>
          <p:cNvSpPr/>
          <p:nvPr/>
        </p:nvSpPr>
        <p:spPr>
          <a:xfrm>
            <a:off x="11992018" y="18373751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8" name="editable decoration dot"/>
          <p:cNvSpPr/>
          <p:nvPr/>
        </p:nvSpPr>
        <p:spPr>
          <a:xfrm>
            <a:off x="12153944" y="18373751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9" name="editable decoration dot"/>
          <p:cNvSpPr/>
          <p:nvPr/>
        </p:nvSpPr>
        <p:spPr>
          <a:xfrm>
            <a:off x="12315870" y="18373751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0" name="editable decoration dot"/>
          <p:cNvSpPr/>
          <p:nvPr/>
        </p:nvSpPr>
        <p:spPr>
          <a:xfrm>
            <a:off x="12477795" y="18373751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1" name="editable decoration dot"/>
          <p:cNvSpPr/>
          <p:nvPr/>
        </p:nvSpPr>
        <p:spPr>
          <a:xfrm>
            <a:off x="12639721" y="18373751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2" name="editable decoration dot"/>
          <p:cNvSpPr/>
          <p:nvPr/>
        </p:nvSpPr>
        <p:spPr>
          <a:xfrm>
            <a:off x="12801646" y="18373751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3" name="editable decoration dot"/>
          <p:cNvSpPr/>
          <p:nvPr/>
        </p:nvSpPr>
        <p:spPr>
          <a:xfrm>
            <a:off x="12963572" y="18373751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4" name="editable decoration dot"/>
          <p:cNvSpPr/>
          <p:nvPr/>
        </p:nvSpPr>
        <p:spPr>
          <a:xfrm>
            <a:off x="13125497" y="18373751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5" name="editable decoration dot"/>
          <p:cNvSpPr/>
          <p:nvPr/>
        </p:nvSpPr>
        <p:spPr>
          <a:xfrm>
            <a:off x="13287423" y="18373751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6" name="editable decoration dot"/>
          <p:cNvSpPr/>
          <p:nvPr/>
        </p:nvSpPr>
        <p:spPr>
          <a:xfrm>
            <a:off x="13449349" y="18373751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7" name="editable decoration dot"/>
          <p:cNvSpPr/>
          <p:nvPr/>
        </p:nvSpPr>
        <p:spPr>
          <a:xfrm>
            <a:off x="13611274" y="18373751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8" name="editable decoration dot"/>
          <p:cNvSpPr/>
          <p:nvPr/>
        </p:nvSpPr>
        <p:spPr>
          <a:xfrm>
            <a:off x="13773200" y="18373751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9" name="editable decoration dot"/>
          <p:cNvSpPr/>
          <p:nvPr/>
        </p:nvSpPr>
        <p:spPr>
          <a:xfrm>
            <a:off x="13935125" y="18373751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0" name="editable decoration dot"/>
          <p:cNvSpPr/>
          <p:nvPr/>
        </p:nvSpPr>
        <p:spPr>
          <a:xfrm>
            <a:off x="14097051" y="18373751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1" name="editable decoration dot"/>
          <p:cNvSpPr/>
          <p:nvPr/>
        </p:nvSpPr>
        <p:spPr>
          <a:xfrm>
            <a:off x="14258977" y="18373751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2" name="editable decoration dot"/>
          <p:cNvSpPr/>
          <p:nvPr/>
        </p:nvSpPr>
        <p:spPr>
          <a:xfrm>
            <a:off x="14420902" y="18373751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3" name="editable decoration dot"/>
          <p:cNvSpPr/>
          <p:nvPr/>
        </p:nvSpPr>
        <p:spPr>
          <a:xfrm>
            <a:off x="14582828" y="18373751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4" name="editable decoration dot"/>
          <p:cNvSpPr/>
          <p:nvPr/>
        </p:nvSpPr>
        <p:spPr>
          <a:xfrm>
            <a:off x="14744753" y="18373751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5" name="editable decoration dot"/>
          <p:cNvSpPr/>
          <p:nvPr/>
        </p:nvSpPr>
        <p:spPr>
          <a:xfrm>
            <a:off x="14906679" y="18373751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6" name="editable decoration dot"/>
          <p:cNvSpPr/>
          <p:nvPr/>
        </p:nvSpPr>
        <p:spPr>
          <a:xfrm>
            <a:off x="15068605" y="18373751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7" name="editable decoration dot"/>
          <p:cNvSpPr/>
          <p:nvPr/>
        </p:nvSpPr>
        <p:spPr>
          <a:xfrm>
            <a:off x="15230530" y="18373751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8" name="editable decoration dot"/>
          <p:cNvSpPr/>
          <p:nvPr/>
        </p:nvSpPr>
        <p:spPr>
          <a:xfrm>
            <a:off x="15392456" y="18373751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9" name="editable decoration dot"/>
          <p:cNvSpPr/>
          <p:nvPr/>
        </p:nvSpPr>
        <p:spPr>
          <a:xfrm>
            <a:off x="15554381" y="18373751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0" name="editable decoration dot"/>
          <p:cNvSpPr/>
          <p:nvPr/>
        </p:nvSpPr>
        <p:spPr>
          <a:xfrm>
            <a:off x="15716307" y="18373751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1" name="editable decoration dot"/>
          <p:cNvSpPr/>
          <p:nvPr/>
        </p:nvSpPr>
        <p:spPr>
          <a:xfrm>
            <a:off x="15878232" y="18373751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2" name="editable decoration dot"/>
          <p:cNvSpPr/>
          <p:nvPr/>
        </p:nvSpPr>
        <p:spPr>
          <a:xfrm>
            <a:off x="16040158" y="18373751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3" name="editable decoration dot"/>
          <p:cNvSpPr/>
          <p:nvPr/>
        </p:nvSpPr>
        <p:spPr>
          <a:xfrm>
            <a:off x="16202084" y="18373751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4" name="editable decoration dot"/>
          <p:cNvSpPr/>
          <p:nvPr/>
        </p:nvSpPr>
        <p:spPr>
          <a:xfrm>
            <a:off x="16364009" y="18373751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5" name="editable decoration dot"/>
          <p:cNvSpPr/>
          <p:nvPr/>
        </p:nvSpPr>
        <p:spPr>
          <a:xfrm>
            <a:off x="16525935" y="18373751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6" name="editable decoration dot"/>
          <p:cNvSpPr/>
          <p:nvPr/>
        </p:nvSpPr>
        <p:spPr>
          <a:xfrm>
            <a:off x="16687860" y="18373751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7" name="editable decoration dot"/>
          <p:cNvSpPr/>
          <p:nvPr/>
        </p:nvSpPr>
        <p:spPr>
          <a:xfrm>
            <a:off x="16849786" y="18373751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8" name="editable decoration dot"/>
          <p:cNvSpPr/>
          <p:nvPr/>
        </p:nvSpPr>
        <p:spPr>
          <a:xfrm>
            <a:off x="17011712" y="18373751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9" name="editable decoration dot"/>
          <p:cNvSpPr/>
          <p:nvPr/>
        </p:nvSpPr>
        <p:spPr>
          <a:xfrm>
            <a:off x="17173637" y="18373751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0" name="editable decoration dot"/>
          <p:cNvSpPr/>
          <p:nvPr/>
        </p:nvSpPr>
        <p:spPr>
          <a:xfrm>
            <a:off x="17335563" y="18373751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1" name="editable decoration dot"/>
          <p:cNvSpPr/>
          <p:nvPr/>
        </p:nvSpPr>
        <p:spPr>
          <a:xfrm>
            <a:off x="17497488" y="18373751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2" name="editable decoration dot"/>
          <p:cNvSpPr/>
          <p:nvPr/>
        </p:nvSpPr>
        <p:spPr>
          <a:xfrm>
            <a:off x="17659414" y="18373751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3" name="editable decoration dot"/>
          <p:cNvSpPr/>
          <p:nvPr/>
        </p:nvSpPr>
        <p:spPr>
          <a:xfrm>
            <a:off x="11830093" y="1853567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4" name="editable decoration dot"/>
          <p:cNvSpPr/>
          <p:nvPr/>
        </p:nvSpPr>
        <p:spPr>
          <a:xfrm>
            <a:off x="11992018" y="18535677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5" name="editable decoration dot"/>
          <p:cNvSpPr/>
          <p:nvPr/>
        </p:nvSpPr>
        <p:spPr>
          <a:xfrm>
            <a:off x="12153944" y="18535677"/>
            <a:ext cx="29528" cy="29528"/>
          </a:xfrm>
          <a:prstGeom prst="ellipse">
            <a:avLst/>
          </a:prstGeom>
          <a:solidFill>
            <a:srgbClr val="EEFFBE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6" name="editable decoration dot"/>
          <p:cNvSpPr/>
          <p:nvPr/>
        </p:nvSpPr>
        <p:spPr>
          <a:xfrm>
            <a:off x="12315870" y="1853567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7" name="editable decoration dot"/>
          <p:cNvSpPr/>
          <p:nvPr/>
        </p:nvSpPr>
        <p:spPr>
          <a:xfrm>
            <a:off x="12477795" y="1853567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8" name="editable decoration dot"/>
          <p:cNvSpPr/>
          <p:nvPr/>
        </p:nvSpPr>
        <p:spPr>
          <a:xfrm>
            <a:off x="12639721" y="1853567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9" name="editable decoration dot"/>
          <p:cNvSpPr/>
          <p:nvPr/>
        </p:nvSpPr>
        <p:spPr>
          <a:xfrm>
            <a:off x="12801646" y="18535677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0" name="editable decoration dot"/>
          <p:cNvSpPr/>
          <p:nvPr/>
        </p:nvSpPr>
        <p:spPr>
          <a:xfrm>
            <a:off x="12963572" y="1853567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1" name="editable decoration dot"/>
          <p:cNvSpPr/>
          <p:nvPr/>
        </p:nvSpPr>
        <p:spPr>
          <a:xfrm>
            <a:off x="13125497" y="1853567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2" name="editable decoration dot"/>
          <p:cNvSpPr/>
          <p:nvPr/>
        </p:nvSpPr>
        <p:spPr>
          <a:xfrm>
            <a:off x="13287423" y="1853567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3" name="editable decoration dot"/>
          <p:cNvSpPr/>
          <p:nvPr/>
        </p:nvSpPr>
        <p:spPr>
          <a:xfrm>
            <a:off x="13449349" y="18535677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4" name="editable decoration dot"/>
          <p:cNvSpPr/>
          <p:nvPr/>
        </p:nvSpPr>
        <p:spPr>
          <a:xfrm>
            <a:off x="13611274" y="18535677"/>
            <a:ext cx="29528" cy="29528"/>
          </a:xfrm>
          <a:prstGeom prst="ellipse">
            <a:avLst/>
          </a:prstGeom>
          <a:solidFill>
            <a:srgbClr val="EEFFBE">
              <a:alpha val="3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5" name="editable decoration dot"/>
          <p:cNvSpPr/>
          <p:nvPr/>
        </p:nvSpPr>
        <p:spPr>
          <a:xfrm>
            <a:off x="13773200" y="18535677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6" name="editable decoration dot"/>
          <p:cNvSpPr/>
          <p:nvPr/>
        </p:nvSpPr>
        <p:spPr>
          <a:xfrm>
            <a:off x="13935125" y="18535677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7" name="editable decoration dot"/>
          <p:cNvSpPr/>
          <p:nvPr/>
        </p:nvSpPr>
        <p:spPr>
          <a:xfrm>
            <a:off x="14097051" y="18535677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8" name="editable decoration dot"/>
          <p:cNvSpPr/>
          <p:nvPr/>
        </p:nvSpPr>
        <p:spPr>
          <a:xfrm>
            <a:off x="14258977" y="18535677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9" name="editable decoration dot"/>
          <p:cNvSpPr/>
          <p:nvPr/>
        </p:nvSpPr>
        <p:spPr>
          <a:xfrm>
            <a:off x="14420902" y="18535677"/>
            <a:ext cx="29528" cy="29528"/>
          </a:xfrm>
          <a:prstGeom prst="ellipse">
            <a:avLst/>
          </a:prstGeom>
          <a:solidFill>
            <a:srgbClr val="EEFFBE">
              <a:alpha val="4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0" name="editable decoration dot"/>
          <p:cNvSpPr/>
          <p:nvPr/>
        </p:nvSpPr>
        <p:spPr>
          <a:xfrm>
            <a:off x="14582828" y="18535677"/>
            <a:ext cx="29528" cy="29528"/>
          </a:xfrm>
          <a:prstGeom prst="ellipse">
            <a:avLst/>
          </a:prstGeom>
          <a:solidFill>
            <a:srgbClr val="EEFFBE">
              <a:alpha val="5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1" name="editable decoration dot"/>
          <p:cNvSpPr/>
          <p:nvPr/>
        </p:nvSpPr>
        <p:spPr>
          <a:xfrm>
            <a:off x="14744753" y="18535677"/>
            <a:ext cx="29528" cy="29528"/>
          </a:xfrm>
          <a:prstGeom prst="ellipse">
            <a:avLst/>
          </a:prstGeom>
          <a:solidFill>
            <a:srgbClr val="EEFFBE">
              <a:alpha val="5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2" name="editable decoration dot"/>
          <p:cNvSpPr/>
          <p:nvPr/>
        </p:nvSpPr>
        <p:spPr>
          <a:xfrm>
            <a:off x="14906679" y="18535677"/>
            <a:ext cx="29528" cy="29528"/>
          </a:xfrm>
          <a:prstGeom prst="ellipse">
            <a:avLst/>
          </a:prstGeom>
          <a:solidFill>
            <a:srgbClr val="EEFFBE">
              <a:alpha val="5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3" name="editable decoration dot"/>
          <p:cNvSpPr/>
          <p:nvPr/>
        </p:nvSpPr>
        <p:spPr>
          <a:xfrm>
            <a:off x="15068605" y="18535677"/>
            <a:ext cx="29528" cy="29528"/>
          </a:xfrm>
          <a:prstGeom prst="ellipse">
            <a:avLst/>
          </a:prstGeom>
          <a:solidFill>
            <a:srgbClr val="EEFFBE">
              <a:alpha val="4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4" name="editable decoration dot"/>
          <p:cNvSpPr/>
          <p:nvPr/>
        </p:nvSpPr>
        <p:spPr>
          <a:xfrm>
            <a:off x="15230530" y="18535677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5" name="editable decoration dot"/>
          <p:cNvSpPr/>
          <p:nvPr/>
        </p:nvSpPr>
        <p:spPr>
          <a:xfrm>
            <a:off x="15392456" y="18535677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6" name="editable decoration dot"/>
          <p:cNvSpPr/>
          <p:nvPr/>
        </p:nvSpPr>
        <p:spPr>
          <a:xfrm>
            <a:off x="15554381" y="18535677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7" name="editable decoration dot"/>
          <p:cNvSpPr/>
          <p:nvPr/>
        </p:nvSpPr>
        <p:spPr>
          <a:xfrm>
            <a:off x="15716307" y="18535677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8" name="editable decoration dot"/>
          <p:cNvSpPr/>
          <p:nvPr/>
        </p:nvSpPr>
        <p:spPr>
          <a:xfrm>
            <a:off x="15878232" y="18535677"/>
            <a:ext cx="29528" cy="29528"/>
          </a:xfrm>
          <a:prstGeom prst="ellipse">
            <a:avLst/>
          </a:prstGeom>
          <a:solidFill>
            <a:srgbClr val="EEFFBE">
              <a:alpha val="3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9" name="editable decoration dot"/>
          <p:cNvSpPr/>
          <p:nvPr/>
        </p:nvSpPr>
        <p:spPr>
          <a:xfrm>
            <a:off x="16040158" y="18535677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0" name="editable decoration dot"/>
          <p:cNvSpPr/>
          <p:nvPr/>
        </p:nvSpPr>
        <p:spPr>
          <a:xfrm>
            <a:off x="16202084" y="1853567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1" name="editable decoration dot"/>
          <p:cNvSpPr/>
          <p:nvPr/>
        </p:nvSpPr>
        <p:spPr>
          <a:xfrm>
            <a:off x="16364009" y="1853567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2" name="editable decoration dot"/>
          <p:cNvSpPr/>
          <p:nvPr/>
        </p:nvSpPr>
        <p:spPr>
          <a:xfrm>
            <a:off x="16525935" y="1853567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3" name="editable decoration dot"/>
          <p:cNvSpPr/>
          <p:nvPr/>
        </p:nvSpPr>
        <p:spPr>
          <a:xfrm>
            <a:off x="16687860" y="18535677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4" name="editable decoration dot"/>
          <p:cNvSpPr/>
          <p:nvPr/>
        </p:nvSpPr>
        <p:spPr>
          <a:xfrm>
            <a:off x="16849786" y="1853567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5" name="editable decoration dot"/>
          <p:cNvSpPr/>
          <p:nvPr/>
        </p:nvSpPr>
        <p:spPr>
          <a:xfrm>
            <a:off x="17011712" y="1853567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6" name="editable decoration dot"/>
          <p:cNvSpPr/>
          <p:nvPr/>
        </p:nvSpPr>
        <p:spPr>
          <a:xfrm>
            <a:off x="17173637" y="1853567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7" name="editable decoration dot"/>
          <p:cNvSpPr/>
          <p:nvPr/>
        </p:nvSpPr>
        <p:spPr>
          <a:xfrm>
            <a:off x="17335563" y="18535677"/>
            <a:ext cx="29528" cy="29528"/>
          </a:xfrm>
          <a:prstGeom prst="ellipse">
            <a:avLst/>
          </a:prstGeom>
          <a:solidFill>
            <a:srgbClr val="EEFFBE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8" name="editable decoration dot"/>
          <p:cNvSpPr/>
          <p:nvPr/>
        </p:nvSpPr>
        <p:spPr>
          <a:xfrm>
            <a:off x="17497488" y="18535677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9" name="editable decoration dot"/>
          <p:cNvSpPr/>
          <p:nvPr/>
        </p:nvSpPr>
        <p:spPr>
          <a:xfrm>
            <a:off x="17659414" y="1853567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0" name="editable decoration dot"/>
          <p:cNvSpPr/>
          <p:nvPr/>
        </p:nvSpPr>
        <p:spPr>
          <a:xfrm>
            <a:off x="11830093" y="18697602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1" name="editable decoration dot"/>
          <p:cNvSpPr/>
          <p:nvPr/>
        </p:nvSpPr>
        <p:spPr>
          <a:xfrm>
            <a:off x="11992018" y="18697602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2" name="editable decoration dot"/>
          <p:cNvSpPr/>
          <p:nvPr/>
        </p:nvSpPr>
        <p:spPr>
          <a:xfrm>
            <a:off x="12153944" y="18697602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3" name="editable decoration dot"/>
          <p:cNvSpPr/>
          <p:nvPr/>
        </p:nvSpPr>
        <p:spPr>
          <a:xfrm>
            <a:off x="12315870" y="18697602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4" name="editable decoration dot"/>
          <p:cNvSpPr/>
          <p:nvPr/>
        </p:nvSpPr>
        <p:spPr>
          <a:xfrm>
            <a:off x="12477795" y="18697602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5" name="editable decoration dot"/>
          <p:cNvSpPr/>
          <p:nvPr/>
        </p:nvSpPr>
        <p:spPr>
          <a:xfrm>
            <a:off x="12639721" y="18697602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6" name="editable decoration dot"/>
          <p:cNvSpPr/>
          <p:nvPr/>
        </p:nvSpPr>
        <p:spPr>
          <a:xfrm>
            <a:off x="12801646" y="18697602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7" name="editable decoration dot"/>
          <p:cNvSpPr/>
          <p:nvPr/>
        </p:nvSpPr>
        <p:spPr>
          <a:xfrm>
            <a:off x="12963572" y="18697602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8" name="editable decoration dot"/>
          <p:cNvSpPr/>
          <p:nvPr/>
        </p:nvSpPr>
        <p:spPr>
          <a:xfrm>
            <a:off x="13125497" y="18697602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9" name="editable decoration dot"/>
          <p:cNvSpPr/>
          <p:nvPr/>
        </p:nvSpPr>
        <p:spPr>
          <a:xfrm>
            <a:off x="13287423" y="18697602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0" name="editable decoration dot"/>
          <p:cNvSpPr/>
          <p:nvPr/>
        </p:nvSpPr>
        <p:spPr>
          <a:xfrm>
            <a:off x="13449349" y="18697602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1" name="editable decoration dot"/>
          <p:cNvSpPr/>
          <p:nvPr/>
        </p:nvSpPr>
        <p:spPr>
          <a:xfrm>
            <a:off x="13611274" y="18697602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2" name="editable decoration dot"/>
          <p:cNvSpPr/>
          <p:nvPr/>
        </p:nvSpPr>
        <p:spPr>
          <a:xfrm>
            <a:off x="13773200" y="18697602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3" name="editable decoration dot"/>
          <p:cNvSpPr/>
          <p:nvPr/>
        </p:nvSpPr>
        <p:spPr>
          <a:xfrm>
            <a:off x="13935125" y="18697602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4" name="editable decoration dot"/>
          <p:cNvSpPr/>
          <p:nvPr/>
        </p:nvSpPr>
        <p:spPr>
          <a:xfrm>
            <a:off x="14097051" y="18697602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5" name="editable decoration dot"/>
          <p:cNvSpPr/>
          <p:nvPr/>
        </p:nvSpPr>
        <p:spPr>
          <a:xfrm>
            <a:off x="14258977" y="18697602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6" name="editable decoration dot"/>
          <p:cNvSpPr/>
          <p:nvPr/>
        </p:nvSpPr>
        <p:spPr>
          <a:xfrm>
            <a:off x="14420902" y="18697602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7" name="editable decoration dot"/>
          <p:cNvSpPr/>
          <p:nvPr/>
        </p:nvSpPr>
        <p:spPr>
          <a:xfrm>
            <a:off x="14582828" y="18697602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8" name="editable decoration dot"/>
          <p:cNvSpPr/>
          <p:nvPr/>
        </p:nvSpPr>
        <p:spPr>
          <a:xfrm>
            <a:off x="14744753" y="18697602"/>
            <a:ext cx="29528" cy="29528"/>
          </a:xfrm>
          <a:prstGeom prst="ellipse">
            <a:avLst/>
          </a:prstGeom>
          <a:solidFill>
            <a:srgbClr val="EEFFBE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9" name="editable decoration dot"/>
          <p:cNvSpPr/>
          <p:nvPr/>
        </p:nvSpPr>
        <p:spPr>
          <a:xfrm>
            <a:off x="14906679" y="18697602"/>
            <a:ext cx="29528" cy="29528"/>
          </a:xfrm>
          <a:prstGeom prst="ellipse">
            <a:avLst/>
          </a:prstGeom>
          <a:solidFill>
            <a:srgbClr val="EEFFBE">
              <a:alpha val="4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0" name="editable decoration dot"/>
          <p:cNvSpPr/>
          <p:nvPr/>
        </p:nvSpPr>
        <p:spPr>
          <a:xfrm>
            <a:off x="15068605" y="18697602"/>
            <a:ext cx="29528" cy="29528"/>
          </a:xfrm>
          <a:prstGeom prst="ellipse">
            <a:avLst/>
          </a:prstGeom>
          <a:solidFill>
            <a:srgbClr val="EEFFBE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1" name="editable decoration dot"/>
          <p:cNvSpPr/>
          <p:nvPr/>
        </p:nvSpPr>
        <p:spPr>
          <a:xfrm>
            <a:off x="15230530" y="18697602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2" name="editable decoration dot"/>
          <p:cNvSpPr/>
          <p:nvPr/>
        </p:nvSpPr>
        <p:spPr>
          <a:xfrm>
            <a:off x="15392456" y="18697602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3" name="editable decoration dot"/>
          <p:cNvSpPr/>
          <p:nvPr/>
        </p:nvSpPr>
        <p:spPr>
          <a:xfrm>
            <a:off x="15554381" y="18697602"/>
            <a:ext cx="29528" cy="29528"/>
          </a:xfrm>
          <a:prstGeom prst="ellipse">
            <a:avLst/>
          </a:prstGeom>
          <a:solidFill>
            <a:srgbClr val="EEFFBE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4" name="editable decoration dot"/>
          <p:cNvSpPr/>
          <p:nvPr/>
        </p:nvSpPr>
        <p:spPr>
          <a:xfrm>
            <a:off x="15716307" y="18697602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5" name="editable decoration dot"/>
          <p:cNvSpPr/>
          <p:nvPr/>
        </p:nvSpPr>
        <p:spPr>
          <a:xfrm>
            <a:off x="15878232" y="18697602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6" name="editable decoration dot"/>
          <p:cNvSpPr/>
          <p:nvPr/>
        </p:nvSpPr>
        <p:spPr>
          <a:xfrm>
            <a:off x="16040158" y="18697602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7" name="editable decoration dot"/>
          <p:cNvSpPr/>
          <p:nvPr/>
        </p:nvSpPr>
        <p:spPr>
          <a:xfrm>
            <a:off x="16202084" y="18697602"/>
            <a:ext cx="29528" cy="29528"/>
          </a:xfrm>
          <a:prstGeom prst="ellipse">
            <a:avLst/>
          </a:prstGeom>
          <a:solidFill>
            <a:srgbClr val="EEFFBE">
              <a:alpha val="2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8" name="editable decoration dot"/>
          <p:cNvSpPr/>
          <p:nvPr/>
        </p:nvSpPr>
        <p:spPr>
          <a:xfrm>
            <a:off x="16364009" y="18697602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9" name="editable decoration dot"/>
          <p:cNvSpPr/>
          <p:nvPr/>
        </p:nvSpPr>
        <p:spPr>
          <a:xfrm>
            <a:off x="16525935" y="18697602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0" name="editable decoration dot"/>
          <p:cNvSpPr/>
          <p:nvPr/>
        </p:nvSpPr>
        <p:spPr>
          <a:xfrm>
            <a:off x="16687860" y="18697602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1" name="editable decoration dot"/>
          <p:cNvSpPr/>
          <p:nvPr/>
        </p:nvSpPr>
        <p:spPr>
          <a:xfrm>
            <a:off x="16849786" y="18697602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2" name="editable decoration dot"/>
          <p:cNvSpPr/>
          <p:nvPr/>
        </p:nvSpPr>
        <p:spPr>
          <a:xfrm>
            <a:off x="17011712" y="18697602"/>
            <a:ext cx="29528" cy="29528"/>
          </a:xfrm>
          <a:prstGeom prst="ellipse">
            <a:avLst/>
          </a:prstGeom>
          <a:solidFill>
            <a:srgbClr val="EEFFBE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3" name="editable decoration dot"/>
          <p:cNvSpPr/>
          <p:nvPr/>
        </p:nvSpPr>
        <p:spPr>
          <a:xfrm>
            <a:off x="17173637" y="18697602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4" name="editable decoration dot"/>
          <p:cNvSpPr/>
          <p:nvPr/>
        </p:nvSpPr>
        <p:spPr>
          <a:xfrm>
            <a:off x="17335563" y="18697602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5" name="editable decoration dot"/>
          <p:cNvSpPr/>
          <p:nvPr/>
        </p:nvSpPr>
        <p:spPr>
          <a:xfrm>
            <a:off x="17497488" y="18697602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6" name="editable decoration dot"/>
          <p:cNvSpPr/>
          <p:nvPr/>
        </p:nvSpPr>
        <p:spPr>
          <a:xfrm>
            <a:off x="17659414" y="18697602"/>
            <a:ext cx="29528" cy="29528"/>
          </a:xfrm>
          <a:prstGeom prst="ellipse">
            <a:avLst/>
          </a:prstGeom>
          <a:solidFill>
            <a:srgbClr val="EEFFBE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7" name="editable decoration dot"/>
          <p:cNvSpPr/>
          <p:nvPr/>
        </p:nvSpPr>
        <p:spPr>
          <a:xfrm>
            <a:off x="11830093" y="18859527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8" name="editable decoration dot"/>
          <p:cNvSpPr/>
          <p:nvPr/>
        </p:nvSpPr>
        <p:spPr>
          <a:xfrm>
            <a:off x="11992018" y="18859527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9" name="editable decoration dot"/>
          <p:cNvSpPr/>
          <p:nvPr/>
        </p:nvSpPr>
        <p:spPr>
          <a:xfrm>
            <a:off x="12153944" y="18859527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0" name="editable decoration dot"/>
          <p:cNvSpPr/>
          <p:nvPr/>
        </p:nvSpPr>
        <p:spPr>
          <a:xfrm>
            <a:off x="12315870" y="18859527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1" name="editable decoration dot"/>
          <p:cNvSpPr/>
          <p:nvPr/>
        </p:nvSpPr>
        <p:spPr>
          <a:xfrm>
            <a:off x="12477795" y="18859527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2" name="editable decoration dot"/>
          <p:cNvSpPr/>
          <p:nvPr/>
        </p:nvSpPr>
        <p:spPr>
          <a:xfrm>
            <a:off x="12639721" y="18859527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3" name="editable decoration dot"/>
          <p:cNvSpPr/>
          <p:nvPr/>
        </p:nvSpPr>
        <p:spPr>
          <a:xfrm>
            <a:off x="12801646" y="1885952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4" name="editable decoration dot"/>
          <p:cNvSpPr/>
          <p:nvPr/>
        </p:nvSpPr>
        <p:spPr>
          <a:xfrm>
            <a:off x="12963572" y="18859527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5" name="editable decoration dot"/>
          <p:cNvSpPr/>
          <p:nvPr/>
        </p:nvSpPr>
        <p:spPr>
          <a:xfrm>
            <a:off x="13125497" y="18859527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6" name="editable decoration dot"/>
          <p:cNvSpPr/>
          <p:nvPr/>
        </p:nvSpPr>
        <p:spPr>
          <a:xfrm>
            <a:off x="13287423" y="1885952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7" name="editable decoration dot"/>
          <p:cNvSpPr/>
          <p:nvPr/>
        </p:nvSpPr>
        <p:spPr>
          <a:xfrm>
            <a:off x="13449349" y="1885952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8" name="editable decoration dot"/>
          <p:cNvSpPr/>
          <p:nvPr/>
        </p:nvSpPr>
        <p:spPr>
          <a:xfrm>
            <a:off x="13611274" y="1885952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9" name="editable decoration dot"/>
          <p:cNvSpPr/>
          <p:nvPr/>
        </p:nvSpPr>
        <p:spPr>
          <a:xfrm>
            <a:off x="13773200" y="18859527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0" name="editable decoration dot"/>
          <p:cNvSpPr/>
          <p:nvPr/>
        </p:nvSpPr>
        <p:spPr>
          <a:xfrm>
            <a:off x="13935125" y="1885952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1" name="editable decoration dot"/>
          <p:cNvSpPr/>
          <p:nvPr/>
        </p:nvSpPr>
        <p:spPr>
          <a:xfrm>
            <a:off x="14097051" y="1885952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2" name="editable decoration dot"/>
          <p:cNvSpPr/>
          <p:nvPr/>
        </p:nvSpPr>
        <p:spPr>
          <a:xfrm>
            <a:off x="14258977" y="1885952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3" name="editable decoration dot"/>
          <p:cNvSpPr/>
          <p:nvPr/>
        </p:nvSpPr>
        <p:spPr>
          <a:xfrm>
            <a:off x="14420902" y="18859527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4" name="editable decoration dot"/>
          <p:cNvSpPr/>
          <p:nvPr/>
        </p:nvSpPr>
        <p:spPr>
          <a:xfrm>
            <a:off x="14582828" y="18859527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5" name="editable decoration dot"/>
          <p:cNvSpPr/>
          <p:nvPr/>
        </p:nvSpPr>
        <p:spPr>
          <a:xfrm>
            <a:off x="14744753" y="18859527"/>
            <a:ext cx="29528" cy="29528"/>
          </a:xfrm>
          <a:prstGeom prst="ellipse">
            <a:avLst/>
          </a:prstGeom>
          <a:solidFill>
            <a:srgbClr val="EEFFBE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6" name="editable decoration dot"/>
          <p:cNvSpPr/>
          <p:nvPr/>
        </p:nvSpPr>
        <p:spPr>
          <a:xfrm>
            <a:off x="14906679" y="18859527"/>
            <a:ext cx="29528" cy="29528"/>
          </a:xfrm>
          <a:prstGeom prst="ellipse">
            <a:avLst/>
          </a:prstGeom>
          <a:solidFill>
            <a:srgbClr val="EEFFB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7" name="editable decoration dot"/>
          <p:cNvSpPr/>
          <p:nvPr/>
        </p:nvSpPr>
        <p:spPr>
          <a:xfrm>
            <a:off x="15068605" y="18859527"/>
            <a:ext cx="29528" cy="29528"/>
          </a:xfrm>
          <a:prstGeom prst="ellipse">
            <a:avLst/>
          </a:prstGeom>
          <a:solidFill>
            <a:srgbClr val="EEFFBE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8" name="editable decoration dot"/>
          <p:cNvSpPr/>
          <p:nvPr/>
        </p:nvSpPr>
        <p:spPr>
          <a:xfrm>
            <a:off x="15230530" y="18859527"/>
            <a:ext cx="29528" cy="29528"/>
          </a:xfrm>
          <a:prstGeom prst="ellipse">
            <a:avLst/>
          </a:prstGeom>
          <a:solidFill>
            <a:srgbClr val="EEFFBE">
              <a:alpha val="3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9" name="editable decoration dot"/>
          <p:cNvSpPr/>
          <p:nvPr/>
        </p:nvSpPr>
        <p:spPr>
          <a:xfrm>
            <a:off x="15392456" y="18859527"/>
            <a:ext cx="29528" cy="29528"/>
          </a:xfrm>
          <a:prstGeom prst="ellipse">
            <a:avLst/>
          </a:prstGeom>
          <a:solidFill>
            <a:srgbClr val="EEFFBE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0" name="editable decoration dot"/>
          <p:cNvSpPr/>
          <p:nvPr/>
        </p:nvSpPr>
        <p:spPr>
          <a:xfrm>
            <a:off x="15554381" y="18859527"/>
            <a:ext cx="29528" cy="29528"/>
          </a:xfrm>
          <a:prstGeom prst="ellipse">
            <a:avLst/>
          </a:prstGeom>
          <a:solidFill>
            <a:srgbClr val="EEFFBE">
              <a:alpha val="2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1" name="editable decoration dot"/>
          <p:cNvSpPr/>
          <p:nvPr/>
        </p:nvSpPr>
        <p:spPr>
          <a:xfrm>
            <a:off x="15716307" y="18859527"/>
            <a:ext cx="29528" cy="29528"/>
          </a:xfrm>
          <a:prstGeom prst="ellipse">
            <a:avLst/>
          </a:prstGeom>
          <a:solidFill>
            <a:srgbClr val="EEFFBE">
              <a:alpha val="2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2" name="editable decoration dot"/>
          <p:cNvSpPr/>
          <p:nvPr/>
        </p:nvSpPr>
        <p:spPr>
          <a:xfrm>
            <a:off x="15878232" y="18859527"/>
            <a:ext cx="29528" cy="29528"/>
          </a:xfrm>
          <a:prstGeom prst="ellipse">
            <a:avLst/>
          </a:prstGeom>
          <a:solidFill>
            <a:srgbClr val="EEFFBE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3" name="editable decoration dot"/>
          <p:cNvSpPr/>
          <p:nvPr/>
        </p:nvSpPr>
        <p:spPr>
          <a:xfrm>
            <a:off x="16040158" y="18859527"/>
            <a:ext cx="29528" cy="29528"/>
          </a:xfrm>
          <a:prstGeom prst="ellipse">
            <a:avLst/>
          </a:prstGeom>
          <a:solidFill>
            <a:srgbClr val="EEFFBE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4" name="editable decoration dot"/>
          <p:cNvSpPr/>
          <p:nvPr/>
        </p:nvSpPr>
        <p:spPr>
          <a:xfrm>
            <a:off x="16202084" y="18859527"/>
            <a:ext cx="29528" cy="29528"/>
          </a:xfrm>
          <a:prstGeom prst="ellipse">
            <a:avLst/>
          </a:prstGeom>
          <a:solidFill>
            <a:srgbClr val="EEFFBE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5" name="editable decoration dot"/>
          <p:cNvSpPr/>
          <p:nvPr/>
        </p:nvSpPr>
        <p:spPr>
          <a:xfrm>
            <a:off x="16364009" y="18859527"/>
            <a:ext cx="29528" cy="29528"/>
          </a:xfrm>
          <a:prstGeom prst="ellipse">
            <a:avLst/>
          </a:prstGeom>
          <a:solidFill>
            <a:srgbClr val="EEFFBE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6" name="editable decoration dot"/>
          <p:cNvSpPr/>
          <p:nvPr/>
        </p:nvSpPr>
        <p:spPr>
          <a:xfrm>
            <a:off x="16525935" y="18859527"/>
            <a:ext cx="29528" cy="29528"/>
          </a:xfrm>
          <a:prstGeom prst="ellipse">
            <a:avLst/>
          </a:prstGeom>
          <a:solidFill>
            <a:srgbClr val="EEFFBE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7" name="editable decoration dot"/>
          <p:cNvSpPr/>
          <p:nvPr/>
        </p:nvSpPr>
        <p:spPr>
          <a:xfrm>
            <a:off x="16687860" y="18859527"/>
            <a:ext cx="29528" cy="29528"/>
          </a:xfrm>
          <a:prstGeom prst="ellipse">
            <a:avLst/>
          </a:prstGeom>
          <a:solidFill>
            <a:srgbClr val="EEFFBE">
              <a:alpha val="1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8" name="editable decoration dot"/>
          <p:cNvSpPr/>
          <p:nvPr/>
        </p:nvSpPr>
        <p:spPr>
          <a:xfrm>
            <a:off x="16849786" y="18859527"/>
            <a:ext cx="29528" cy="29528"/>
          </a:xfrm>
          <a:prstGeom prst="ellipse">
            <a:avLst/>
          </a:prstGeom>
          <a:solidFill>
            <a:srgbClr val="EEFFBE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9" name="editable decoration dot"/>
          <p:cNvSpPr/>
          <p:nvPr/>
        </p:nvSpPr>
        <p:spPr>
          <a:xfrm>
            <a:off x="17011712" y="18859527"/>
            <a:ext cx="29528" cy="29528"/>
          </a:xfrm>
          <a:prstGeom prst="ellipse">
            <a:avLst/>
          </a:prstGeom>
          <a:solidFill>
            <a:srgbClr val="EEFFBE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0" name="editable decoration dot"/>
          <p:cNvSpPr/>
          <p:nvPr/>
        </p:nvSpPr>
        <p:spPr>
          <a:xfrm>
            <a:off x="17173637" y="18859527"/>
            <a:ext cx="29528" cy="29528"/>
          </a:xfrm>
          <a:prstGeom prst="ellipse">
            <a:avLst/>
          </a:prstGeom>
          <a:solidFill>
            <a:srgbClr val="EEFFBE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1" name="editable decoration dot"/>
          <p:cNvSpPr/>
          <p:nvPr/>
        </p:nvSpPr>
        <p:spPr>
          <a:xfrm>
            <a:off x="17335563" y="18859527"/>
            <a:ext cx="29528" cy="29528"/>
          </a:xfrm>
          <a:prstGeom prst="ellipse">
            <a:avLst/>
          </a:prstGeom>
          <a:solidFill>
            <a:srgbClr val="EEFFBE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2" name="editable decoration dot"/>
          <p:cNvSpPr/>
          <p:nvPr/>
        </p:nvSpPr>
        <p:spPr>
          <a:xfrm>
            <a:off x="17497488" y="18859527"/>
            <a:ext cx="29528" cy="29528"/>
          </a:xfrm>
          <a:prstGeom prst="ellipse">
            <a:avLst/>
          </a:prstGeom>
          <a:solidFill>
            <a:srgbClr val="EEFFBE">
              <a:alpha val="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3" name="editable decoration dot"/>
          <p:cNvSpPr/>
          <p:nvPr/>
        </p:nvSpPr>
        <p:spPr>
          <a:xfrm>
            <a:off x="17659414" y="18859527"/>
            <a:ext cx="29528" cy="29528"/>
          </a:xfrm>
          <a:prstGeom prst="ellipse">
            <a:avLst/>
          </a:prstGeom>
          <a:solidFill>
            <a:srgbClr val="EEFFBE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4" name="panel-note"/>
          <p:cNvSpPr/>
          <p:nvPr/>
        </p:nvSpPr>
        <p:spPr>
          <a:xfrm>
            <a:off x="1952632" y="19850128"/>
            <a:ext cx="59472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8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 figures · estimated savings from approved actions</a:t>
            </a:r>
            <a:endParaRPr lang="en-US" sz="1800" dirty="0"/>
          </a:p>
        </p:txBody>
      </p:sp>
      <p:pic>
        <p:nvPicPr>
          <p:cNvPr id="525" name="dot-headin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4" y="21336031"/>
            <a:ext cx="18002315" cy="1000126"/>
          </a:xfrm>
          <a:prstGeom prst="rect">
            <a:avLst/>
          </a:prstGeom>
        </p:spPr>
      </p:pic>
      <p:sp>
        <p:nvSpPr>
          <p:cNvPr id="526" name="process-subtitle"/>
          <p:cNvSpPr/>
          <p:nvPr/>
        </p:nvSpPr>
        <p:spPr>
          <a:xfrm>
            <a:off x="1190629" y="22517132"/>
            <a:ext cx="6113048" cy="3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D68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simple loop that turns a choice into a record.</a:t>
            </a:r>
            <a:endParaRPr lang="en-US" sz="2250" dirty="0"/>
          </a:p>
        </p:txBody>
      </p:sp>
      <p:sp>
        <p:nvSpPr>
          <p:cNvPr id="527" name="process-card expressive-card catalog-art"/>
          <p:cNvSpPr/>
          <p:nvPr/>
        </p:nvSpPr>
        <p:spPr>
          <a:xfrm>
            <a:off x="1143004" y="23088633"/>
            <a:ext cx="6187998" cy="3143255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27142B"/>
              </a:gs>
              <a:gs pos="33333">
                <a:srgbClr val="492344"/>
              </a:gs>
              <a:gs pos="66667">
                <a:srgbClr val="824557"/>
              </a:gs>
              <a:gs pos="100000">
                <a:srgbClr val="D37459"/>
              </a:gs>
            </a:gsLst>
            <a:lin ang="5400000" scaled="1"/>
            <a:tileRect/>
          </a:gradFill>
          <a:ln w="889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28" name="process-number"/>
          <p:cNvSpPr/>
          <p:nvPr/>
        </p:nvSpPr>
        <p:spPr>
          <a:xfrm>
            <a:off x="1533531" y="23479159"/>
            <a:ext cx="647702" cy="552451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9" name="step-index"/>
          <p:cNvSpPr/>
          <p:nvPr/>
        </p:nvSpPr>
        <p:spPr>
          <a:xfrm>
            <a:off x="1733556" y="23574409"/>
            <a:ext cx="3390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>
                    <a:alpha val="81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950" dirty="0"/>
          </a:p>
        </p:txBody>
      </p:sp>
      <p:sp>
        <p:nvSpPr>
          <p:cNvPr id="530" name="process-title"/>
          <p:cNvSpPr/>
          <p:nvPr/>
        </p:nvSpPr>
        <p:spPr>
          <a:xfrm>
            <a:off x="1533531" y="24364985"/>
            <a:ext cx="2475080" cy="600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 an action</a:t>
            </a:r>
            <a:endParaRPr lang="en-US" sz="3450" dirty="0"/>
          </a:p>
        </p:txBody>
      </p:sp>
      <p:sp>
        <p:nvSpPr>
          <p:cNvPr id="531" name="process-body"/>
          <p:cNvSpPr/>
          <p:nvPr/>
        </p:nvSpPr>
        <p:spPr>
          <a:xfrm>
            <a:off x="1533531" y="25068794"/>
            <a:ext cx="3335161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5" dirty="0">
                <a:solidFill>
                  <a:srgbClr val="FFFFFF">
                    <a:alpha val="91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a sustainable habit.</a:t>
            </a:r>
            <a:endParaRPr lang="en-US" sz="2025" dirty="0"/>
          </a:p>
        </p:txBody>
      </p:sp>
      <p:sp>
        <p:nvSpPr>
          <p:cNvPr id="532" name="process-card expressive-card sapphire-card"/>
          <p:cNvSpPr/>
          <p:nvPr/>
        </p:nvSpPr>
        <p:spPr>
          <a:xfrm>
            <a:off x="7597703" y="23088633"/>
            <a:ext cx="6188147" cy="3143255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080E25"/>
              </a:gs>
              <a:gs pos="33333">
                <a:srgbClr val="101A45"/>
              </a:gs>
              <a:gs pos="66667">
                <a:srgbClr val="20419B"/>
              </a:gs>
              <a:gs pos="100000">
                <a:srgbClr val="58BBD5"/>
              </a:gs>
            </a:gsLst>
            <a:lin ang="5400000" scaled="1"/>
            <a:tileRect/>
          </a:gradFill>
          <a:ln w="889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33" name="process-number"/>
          <p:cNvSpPr/>
          <p:nvPr/>
        </p:nvSpPr>
        <p:spPr>
          <a:xfrm>
            <a:off x="7988230" y="23479159"/>
            <a:ext cx="692351" cy="552451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4" name="step-index"/>
          <p:cNvSpPr/>
          <p:nvPr/>
        </p:nvSpPr>
        <p:spPr>
          <a:xfrm>
            <a:off x="8188255" y="23574409"/>
            <a:ext cx="3837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>
                    <a:alpha val="81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950" dirty="0"/>
          </a:p>
        </p:txBody>
      </p:sp>
      <p:sp>
        <p:nvSpPr>
          <p:cNvPr id="535" name="process-title"/>
          <p:cNvSpPr/>
          <p:nvPr/>
        </p:nvSpPr>
        <p:spPr>
          <a:xfrm>
            <a:off x="7988230" y="24364985"/>
            <a:ext cx="2589827" cy="600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evidence</a:t>
            </a:r>
            <a:endParaRPr lang="en-US" sz="3450" dirty="0"/>
          </a:p>
        </p:txBody>
      </p:sp>
      <p:sp>
        <p:nvSpPr>
          <p:cNvPr id="536" name="process-body"/>
          <p:cNvSpPr/>
          <p:nvPr/>
        </p:nvSpPr>
        <p:spPr>
          <a:xfrm>
            <a:off x="7988230" y="25068794"/>
            <a:ext cx="3062804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5" dirty="0">
                <a:solidFill>
                  <a:srgbClr val="FFFFFF">
                    <a:alpha val="91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attach a photo for review.</a:t>
            </a:r>
            <a:endParaRPr lang="en-US" sz="2025" dirty="0"/>
          </a:p>
        </p:txBody>
      </p:sp>
      <p:sp>
        <p:nvSpPr>
          <p:cNvPr id="537" name="process-card expressive-card forest-card"/>
          <p:cNvSpPr/>
          <p:nvPr/>
        </p:nvSpPr>
        <p:spPr>
          <a:xfrm>
            <a:off x="14052551" y="23088633"/>
            <a:ext cx="6188147" cy="3143255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080F0B"/>
              </a:gs>
              <a:gs pos="33333">
                <a:srgbClr val="122A1B"/>
              </a:gs>
              <a:gs pos="66667">
                <a:srgbClr val="1A5631"/>
              </a:gs>
              <a:gs pos="100000">
                <a:srgbClr val="61B875"/>
              </a:gs>
            </a:gsLst>
            <a:lin ang="5400000" scaled="1"/>
            <a:tileRect/>
          </a:gradFill>
          <a:ln w="889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38" name="process-number"/>
          <p:cNvSpPr/>
          <p:nvPr/>
        </p:nvSpPr>
        <p:spPr>
          <a:xfrm>
            <a:off x="14443078" y="23479159"/>
            <a:ext cx="688184" cy="552451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9" name="step-index"/>
          <p:cNvSpPr/>
          <p:nvPr/>
        </p:nvSpPr>
        <p:spPr>
          <a:xfrm>
            <a:off x="14643103" y="23574409"/>
            <a:ext cx="379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>
                    <a:alpha val="81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950" dirty="0"/>
          </a:p>
        </p:txBody>
      </p:sp>
      <p:sp>
        <p:nvSpPr>
          <p:cNvPr id="540" name="process-title"/>
          <p:cNvSpPr/>
          <p:nvPr/>
        </p:nvSpPr>
        <p:spPr>
          <a:xfrm>
            <a:off x="14443078" y="24364985"/>
            <a:ext cx="3073371" cy="600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 your impact</a:t>
            </a:r>
            <a:endParaRPr lang="en-US" sz="3450" dirty="0"/>
          </a:p>
        </p:txBody>
      </p:sp>
      <p:sp>
        <p:nvSpPr>
          <p:cNvPr id="541" name="process-body"/>
          <p:cNvSpPr/>
          <p:nvPr/>
        </p:nvSpPr>
        <p:spPr>
          <a:xfrm>
            <a:off x="14443078" y="25068794"/>
            <a:ext cx="4219352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5" dirty="0">
                <a:solidFill>
                  <a:srgbClr val="FFFFFF">
                    <a:alpha val="91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follow estimated savings over time.</a:t>
            </a:r>
            <a:endParaRPr lang="en-US" sz="2025" dirty="0"/>
          </a:p>
        </p:txBody>
      </p:sp>
      <p:sp>
        <p:nvSpPr>
          <p:cNvPr id="542" name="cta"/>
          <p:cNvSpPr/>
          <p:nvPr/>
        </p:nvSpPr>
        <p:spPr>
          <a:xfrm>
            <a:off x="1143004" y="26336663"/>
            <a:ext cx="19097694" cy="2095503"/>
          </a:xfrm>
          <a:prstGeom prst="roundRect">
            <a:avLst>
              <a:gd name="adj" fmla="val 26364"/>
            </a:avLst>
          </a:prstGeom>
          <a:gradFill rotWithShape="1">
            <a:gsLst>
              <a:gs pos="0">
                <a:srgbClr val="1A3336"/>
              </a:gs>
              <a:gs pos="50000">
                <a:srgbClr val="2B5554"/>
              </a:gs>
              <a:gs pos="100000">
                <a:srgbClr val="4F7772"/>
              </a:gs>
            </a:gsLst>
            <a:lin ang="5400000" scaled="1"/>
            <a:tileRect/>
          </a:gra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3" name="cta-title"/>
          <p:cNvSpPr/>
          <p:nvPr/>
        </p:nvSpPr>
        <p:spPr>
          <a:xfrm>
            <a:off x="1905007" y="26650988"/>
            <a:ext cx="4163095" cy="82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3F5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your ripple.</a:t>
            </a:r>
            <a:endParaRPr lang="en-US" sz="4800" dirty="0"/>
          </a:p>
        </p:txBody>
      </p:sp>
      <p:sp>
        <p:nvSpPr>
          <p:cNvPr id="544" name="cta-button"/>
          <p:cNvSpPr/>
          <p:nvPr/>
        </p:nvSpPr>
        <p:spPr>
          <a:xfrm>
            <a:off x="1952632" y="27374889"/>
            <a:ext cx="2126464" cy="704851"/>
          </a:xfrm>
          <a:prstGeom prst="roundRect">
            <a:avLst>
              <a:gd name="adj" fmla="val 50000"/>
            </a:avLst>
          </a:prstGeom>
          <a:solidFill>
            <a:srgbClr val="D5E0EB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5" name="cta-button-text">
            <a:hlinkClick r:id="rId3" tooltip=""/>
          </p:cNvPr>
          <p:cNvSpPr/>
          <p:nvPr/>
        </p:nvSpPr>
        <p:spPr>
          <a:xfrm>
            <a:off x="2247908" y="27536814"/>
            <a:ext cx="1627352" cy="3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u="sng" dirty="0">
                <a:solidFill>
                  <a:srgbClr val="253B54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rippl ↗</a:t>
            </a:r>
            <a:endParaRPr lang="en-US" sz="2100" dirty="0"/>
          </a:p>
        </p:txBody>
      </p:sp>
      <p:sp>
        <p:nvSpPr>
          <p:cNvPr id="546" name="cta-url"/>
          <p:cNvSpPr/>
          <p:nvPr/>
        </p:nvSpPr>
        <p:spPr>
          <a:xfrm>
            <a:off x="4762517" y="27517764"/>
            <a:ext cx="39272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E1EA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rippl.aarush-uae.workers.dev/app</a:t>
            </a:r>
            <a:endParaRPr lang="en-US" sz="1950" dirty="0"/>
          </a:p>
        </p:txBody>
      </p:sp>
      <p:sp>
        <p:nvSpPr>
          <p:cNvPr id="547" name="qr-back"/>
          <p:cNvSpPr/>
          <p:nvPr/>
        </p:nvSpPr>
        <p:spPr>
          <a:xfrm>
            <a:off x="16954561" y="26450963"/>
            <a:ext cx="1857382" cy="1857378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8" name="q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1712" y="26508113"/>
            <a:ext cx="1743081" cy="1743077"/>
          </a:xfrm>
          <a:prstGeom prst="rect">
            <a:avLst/>
          </a:prstGeom>
        </p:spPr>
      </p:pic>
      <p:pic>
        <p:nvPicPr>
          <p:cNvPr id="549" name="maker-credi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4" y="28575041"/>
            <a:ext cx="13801775" cy="1371602"/>
          </a:xfrm>
          <a:prstGeom prst="rect">
            <a:avLst/>
          </a:prstGeom>
        </p:spPr>
      </p:pic>
      <p:pic>
        <p:nvPicPr>
          <p:cNvPr id="550" name="rippl brand mar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492" y="28794116"/>
            <a:ext cx="952503" cy="9525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rippl · display poster</dc:title>
  <dc:subject>editable A1 portrait poster</dc:subject>
  <dc:creator>rippl</dc:creator>
  <cp:lastModifiedBy>rippl</cp:lastModifiedBy>
  <cp:revision>1</cp:revision>
  <dcterms:created xsi:type="dcterms:W3CDTF">2026-09-23T17:58:29Z</dcterms:created>
  <dcterms:modified xsi:type="dcterms:W3CDTF">2026-09-23T17:58:29Z</dcterms:modified>
</cp:coreProperties>
</file>